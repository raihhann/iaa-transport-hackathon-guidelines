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147471705" r:id="rId5"/>
    <p:sldId id="2147471708" r:id="rId6"/>
    <p:sldId id="2147471727" r:id="rId7"/>
    <p:sldId id="2147471728" r:id="rId8"/>
    <p:sldId id="2147471729" r:id="rId9"/>
    <p:sldId id="2147471730" r:id="rId10"/>
    <p:sldId id="2147471731" r:id="rId11"/>
    <p:sldId id="2147471732" r:id="rId12"/>
    <p:sldId id="2147471734" r:id="rId13"/>
    <p:sldId id="2147471736" r:id="rId14"/>
    <p:sldId id="2147471737" r:id="rId15"/>
    <p:sldId id="2147471735" r:id="rId16"/>
    <p:sldId id="2147471738" r:id="rId24"/>
    <p:sldId id="2147471739"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E7E35F79-3283-41D9-A495-67818717DC6A}">
          <p14:sldIdLst>
            <p14:sldId id="2147471705"/>
            <p14:sldId id="2147471708"/>
            <p14:sldId id="2147471727"/>
            <p14:sldId id="2147471728"/>
            <p14:sldId id="2147471729"/>
            <p14:sldId id="2147471730"/>
            <p14:sldId id="2147471731"/>
            <p14:sldId id="2147471732"/>
            <p14:sldId id="2147471734"/>
            <p14:sldId id="2147471736"/>
            <p14:sldId id="2147471737"/>
            <p14:sldId id="214747173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025"/>
    <a:srgbClr val="FFFFFF"/>
    <a:srgbClr val="55A856"/>
    <a:srgbClr val="6CC0D8"/>
    <a:srgbClr val="999999"/>
    <a:srgbClr val="CBCBCB"/>
    <a:srgbClr val="99B2C1"/>
    <a:srgbClr val="333333"/>
    <a:srgbClr val="666666"/>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50" autoAdjust="0"/>
  </p:normalViewPr>
  <p:slideViewPr>
    <p:cSldViewPr snapToGrid="0" showGuides="1">
      <p:cViewPr varScale="1">
        <p:scale>
          <a:sx n="71" d="100"/>
          <a:sy n="71" d="100"/>
        </p:scale>
        <p:origin x="1032" y="62"/>
      </p:cViewPr>
      <p:guideLst>
        <p:guide orient="horz" pos="2160"/>
        <p:guide pos="3840"/>
      </p:guideLst>
    </p:cSldViewPr>
  </p:slideViewPr>
  <p:notesTextViewPr>
    <p:cViewPr>
      <p:scale>
        <a:sx n="3" d="2"/>
        <a:sy n="3" d="2"/>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 Id="rId24" Type="http://schemas.openxmlformats.org/officeDocument/2006/relationships/slide" Target="slides/slide13.xml"/><Relationship Id="rId25"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g, Chris - Ferdinand-Steinbeis-Institut" userId="8a301f47-303d-4894-a227-4215e1ab2347" providerId="ADAL" clId="{6C98E450-6765-4391-935C-E74B999E636C}"/>
    <pc:docChg chg="custSel modSld">
      <pc:chgData name="Cheng, Chris - Ferdinand-Steinbeis-Institut" userId="8a301f47-303d-4894-a227-4215e1ab2347" providerId="ADAL" clId="{6C98E450-6765-4391-935C-E74B999E636C}" dt="2026-09-14T20:03:43.447" v="82" actId="20577"/>
      <pc:docMkLst>
        <pc:docMk/>
      </pc:docMkLst>
      <pc:sldChg chg="modSp mod">
        <pc:chgData name="Cheng, Chris - Ferdinand-Steinbeis-Institut" userId="8a301f47-303d-4894-a227-4215e1ab2347" providerId="ADAL" clId="{6C98E450-6765-4391-935C-E74B999E636C}" dt="2026-09-14T20:03:43.447" v="82" actId="20577"/>
        <pc:sldMkLst>
          <pc:docMk/>
          <pc:sldMk cId="4019678914" sldId="2147471705"/>
        </pc:sldMkLst>
        <pc:spChg chg="mod">
          <ac:chgData name="Cheng, Chris - Ferdinand-Steinbeis-Institut" userId="8a301f47-303d-4894-a227-4215e1ab2347" providerId="ADAL" clId="{6C98E450-6765-4391-935C-E74B999E636C}" dt="2026-09-14T20:03:43.447" v="82" actId="20577"/>
          <ac:spMkLst>
            <pc:docMk/>
            <pc:sldMk cId="4019678914" sldId="2147471705"/>
            <ac:spMk id="5" creationId="{34784B8C-B0E6-D714-9A5D-BD73959A003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4669736-B220-463E-9A4B-519C4FD2B7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856D6609-5E6D-4FCF-91D2-BF30011FD1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ABB3A-35CB-431A-9B2A-8AAB52901192}" type="datetime1">
              <a:rPr lang="de-DE" smtClean="0"/>
              <a:t>14.09.2026</a:t>
            </a:fld>
            <a:endParaRPr lang="de-DE"/>
          </a:p>
        </p:txBody>
      </p:sp>
      <p:sp>
        <p:nvSpPr>
          <p:cNvPr id="4" name="Fußzeilenplatzhalter 3">
            <a:extLst>
              <a:ext uri="{FF2B5EF4-FFF2-40B4-BE49-F238E27FC236}">
                <a16:creationId xmlns:a16="http://schemas.microsoft.com/office/drawing/2014/main" id="{1EECA39B-4AD2-4F01-8D9E-1C0CFBE963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C76D32-22B1-4E50-8FC6-B63002A6E0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41BB1-DF29-4025-90FA-9CA9244247B0}" type="slidenum">
              <a:rPr lang="de-DE" smtClean="0"/>
              <a:t>‹Nr.›</a:t>
            </a:fld>
            <a:endParaRPr lang="de-DE"/>
          </a:p>
        </p:txBody>
      </p:sp>
    </p:spTree>
    <p:extLst>
      <p:ext uri="{BB962C8B-B14F-4D97-AF65-F5344CB8AC3E}">
        <p14:creationId xmlns:p14="http://schemas.microsoft.com/office/powerpoint/2010/main" val="3144871819"/>
      </p:ext>
    </p:extLst>
  </p:cSld>
  <p:clrMap bg1="lt1" tx1="dk1" bg2="lt2" tx2="dk2" accent1="accent1" accent2="accent2" accent3="accent3" accent4="accent4" accent5="accent5" accent6="accent6" hlink="hlink" folHlink="folHlink"/>
  <p:hf hdr="0" ft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27FCB-3797-4859-B7A5-01B8AB234739}" type="datetime1">
              <a:rPr lang="de-DE" smtClean="0"/>
              <a:t>14.09.2026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A657AB-C370-490D-9A4A-D69691DCA001}" type="slidenum">
              <a:rPr lang="de-DE" smtClean="0"/>
              <a:t>‹Nr.›</a:t>
            </a:fld>
            <a:endParaRPr lang="de-DE"/>
          </a:p>
        </p:txBody>
      </p:sp>
    </p:spTree>
    <p:extLst>
      <p:ext uri="{BB962C8B-B14F-4D97-AF65-F5344CB8AC3E}">
        <p14:creationId xmlns:p14="http://schemas.microsoft.com/office/powerpoint/2010/main" val="357616803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Opening: digital.auto and prototype.club invite teams to develop BYOD solutions for lightweight commercial vehicles. A camera is the first reference device.</a:t>
            </a: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a:t>
            </a: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a:t>
            </a: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Explain the sequence: user, event, response, value.</a:t>
            </a: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a:t>
            </a: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The driver-drowsiness application is a technical reference, not an additional challenge. Dashboard screenshot: Imgs/dashboard.png. Example code: https://playground.digital.auto/model/67d2eb3e880fe100272d033e/library/prototype/6a9684f804417b08156ceb7a/code</a:t>
            </a: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The source README lists three cameras, but stream and snapshot URLs remain placeholders. Do not imply endpoints have been validated. Optional sensors are limited and require teams to handle setup.</a:t>
            </a: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Use the exact model name in the README. Participants develop primarily on digital.auto Playground. Runtime names come from the supervisor.</a:t>
            </a: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These are future BYOD design questions; do not imply discovery or permissions are implemented in the current platform.</a:t>
            </a: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Organizers must confirm submission deadline, submission location, code format, pitch duration and demo duration before the event.</a:t>
            </a: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The README describes these as potential evaluation dimensions. Final rules and weights are not provided.</a:t>
            </a: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Repository URL derived from the local Git origin. Links are navigation resources, not confirmation of platform availability. Support contacts are from the README.</a:t>
            </a: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Source screenshot: Imgs/prototype name.png, cropped to the New Prototype dialog. The screenshot opens with Python Single File selected. Choose Python Multi Files (Beta) from the visible dropdown for this Python reference workflow. Example names differ from the event assignment.</a:t>
            </a: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otes"/>
          <p:cNvSpPr/>
          <p:nvPr>
            <p:ph type="body" idx="1"/>
          </p:nvPr>
        </p:nvSpPr>
        <p:spPr/>
        <p:txBody>
          <a:bodyPr/>
          <a:lstStyle/>
          <a:p>
            <a:r>
              <a:t>Source: project README.md and original Presentation.pptx. Sources: Imgs/runtime box.png and Imgs/runtime name.png, cropped to the controls. Ask the supervisor for the assigned runtime name. Do not add Runtime- twice.</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elfolie V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3D2989AE-CFA4-2ADB-233E-F52D68878E00}"/>
              </a:ext>
            </a:extLst>
          </p:cNvPr>
          <p:cNvSpPr/>
          <p:nvPr userDrawn="1"/>
        </p:nvSpPr>
        <p:spPr>
          <a:xfrm>
            <a:off x="0" y="5984875"/>
            <a:ext cx="12192000" cy="873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Bildplatzhalter 13">
            <a:extLst>
              <a:ext uri="{FF2B5EF4-FFF2-40B4-BE49-F238E27FC236}">
                <a16:creationId xmlns:a16="http://schemas.microsoft.com/office/drawing/2014/main" id="{500952DE-EB50-4DBA-0D6C-C30CD3C99AB6}"/>
              </a:ext>
            </a:extLst>
          </p:cNvPr>
          <p:cNvSpPr>
            <a:spLocks noGrp="1"/>
          </p:cNvSpPr>
          <p:nvPr>
            <p:ph type="pic" sz="quarter" idx="12" hasCustomPrompt="1"/>
          </p:nvPr>
        </p:nvSpPr>
        <p:spPr>
          <a:xfrm>
            <a:off x="0" y="1152117"/>
            <a:ext cx="12192000" cy="5705884"/>
          </a:xfrm>
          <a:solidFill>
            <a:srgbClr val="44546A">
              <a:alpha val="6000"/>
            </a:srgbClr>
          </a:solidFill>
        </p:spPr>
        <p:txBody>
          <a:bodyPr>
            <a:normAutofit/>
          </a:bodyPr>
          <a:lstStyle>
            <a:lvl1pPr marL="0" indent="0">
              <a:buNone/>
              <a:defRPr sz="1800"/>
            </a:lvl1pPr>
          </a:lstStyle>
          <a:p>
            <a:r>
              <a:rPr lang="de-DE"/>
              <a:t>Bild durch klicken auf Symbol hinzufügen</a:t>
            </a:r>
          </a:p>
        </p:txBody>
      </p:sp>
      <p:sp>
        <p:nvSpPr>
          <p:cNvPr id="3" name="Textplatzhalter 14">
            <a:extLst>
              <a:ext uri="{FF2B5EF4-FFF2-40B4-BE49-F238E27FC236}">
                <a16:creationId xmlns:a16="http://schemas.microsoft.com/office/drawing/2014/main" id="{973C783D-DB89-3588-D9D7-7F845FA7AC1F}"/>
              </a:ext>
            </a:extLst>
          </p:cNvPr>
          <p:cNvSpPr>
            <a:spLocks noGrp="1"/>
          </p:cNvSpPr>
          <p:nvPr>
            <p:ph type="body" sz="quarter" idx="11" hasCustomPrompt="1"/>
          </p:nvPr>
        </p:nvSpPr>
        <p:spPr>
          <a:xfrm>
            <a:off x="0" y="3710688"/>
            <a:ext cx="7824787" cy="2282714"/>
          </a:xfrm>
          <a:solidFill>
            <a:schemeClr val="bg1">
              <a:alpha val="85000"/>
            </a:schemeClr>
          </a:solidFill>
        </p:spPr>
        <p:txBody>
          <a:bodyPr wrap="square" lIns="486000" tIns="360000" rIns="360000" bIns="360000" anchor="t">
            <a:spAutoFit/>
          </a:bodyPr>
          <a:lstStyle>
            <a:lvl1pPr marL="0" indent="0">
              <a:lnSpc>
                <a:spcPct val="100000"/>
              </a:lnSpc>
              <a:spcAft>
                <a:spcPts val="0"/>
              </a:spcAft>
              <a:buNone/>
              <a:defRPr sz="3200" b="0">
                <a:solidFill>
                  <a:schemeClr val="tx1"/>
                </a:solidFill>
                <a:latin typeface="Montserrat Medium" panose="00000600000000000000" pitchFamily="2" charset="0"/>
              </a:defRPr>
            </a:lvl1pPr>
            <a:lvl2pPr marL="457200" indent="0">
              <a:lnSpc>
                <a:spcPts val="3520"/>
              </a:lnSpc>
              <a:spcAft>
                <a:spcPts val="1600"/>
              </a:spcAft>
              <a:buNone/>
              <a:defRPr sz="4160" b="0">
                <a:solidFill>
                  <a:schemeClr val="bg1"/>
                </a:solidFill>
                <a:latin typeface="Frutiger LT Com 75 Black" panose="020B0A03040504030204" pitchFamily="34" charset="0"/>
              </a:defRPr>
            </a:lvl2pPr>
            <a:lvl3pPr marL="914400" indent="0">
              <a:lnSpc>
                <a:spcPct val="110000"/>
              </a:lnSpc>
              <a:spcAft>
                <a:spcPts val="0"/>
              </a:spcAft>
              <a:buNone/>
              <a:defRPr sz="1600" b="0">
                <a:solidFill>
                  <a:schemeClr val="bg1"/>
                </a:solidFill>
                <a:latin typeface="+mj-lt"/>
              </a:defRPr>
            </a:lvl3pPr>
            <a:lvl4pPr marL="0" indent="0">
              <a:lnSpc>
                <a:spcPct val="110000"/>
              </a:lnSpc>
              <a:spcBef>
                <a:spcPts val="2080"/>
              </a:spcBef>
              <a:spcAft>
                <a:spcPts val="0"/>
              </a:spcAft>
              <a:buNone/>
              <a:defRPr lang="de-DE" sz="1600" kern="1200" dirty="0">
                <a:solidFill>
                  <a:schemeClr val="tx1"/>
                </a:solidFill>
                <a:latin typeface="Montserrat Medium" panose="00000600000000000000" pitchFamily="2" charset="0"/>
                <a:ea typeface="Tahoma" panose="020B0604030504040204" pitchFamily="34" charset="0"/>
                <a:cs typeface="Tahoma" panose="020B0604030504040204" pitchFamily="34" charset="0"/>
              </a:defRPr>
            </a:lvl4pPr>
            <a:lvl5pPr>
              <a:spcAft>
                <a:spcPts val="0"/>
              </a:spcAft>
              <a:defRPr/>
            </a:lvl5pPr>
          </a:lstStyle>
          <a:p>
            <a:pPr lvl="0"/>
            <a:r>
              <a:rPr lang="de-DE"/>
              <a:t>Headline, Montserrat </a:t>
            </a:r>
            <a:r>
              <a:rPr lang="de-DE" err="1"/>
              <a:t>Med</a:t>
            </a:r>
            <a:r>
              <a:rPr lang="de-DE"/>
              <a:t>, 32 </a:t>
            </a:r>
            <a:r>
              <a:rPr lang="de-DE" err="1"/>
              <a:t>pt</a:t>
            </a:r>
            <a:endParaRPr lang="de-DE"/>
          </a:p>
          <a:p>
            <a:pPr marL="0" lvl="3" indent="0" algn="l" defTabSz="914400" rtl="0" eaLnBrk="1" latinLnBrk="0" hangingPunct="1">
              <a:lnSpc>
                <a:spcPct val="110000"/>
              </a:lnSpc>
              <a:spcBef>
                <a:spcPts val="2080"/>
              </a:spcBef>
              <a:spcAft>
                <a:spcPts val="0"/>
              </a:spcAft>
              <a:buFont typeface="Wingdings" panose="05000000000000000000" pitchFamily="2" charset="2"/>
              <a:buNone/>
            </a:pPr>
            <a:r>
              <a:rPr lang="de-DE" err="1"/>
              <a:t>Subline</a:t>
            </a:r>
            <a:endParaRPr lang="de-DE"/>
          </a:p>
          <a:p>
            <a:pPr marL="0" lvl="3" indent="0" algn="l" defTabSz="914400" rtl="0" eaLnBrk="1" latinLnBrk="0" hangingPunct="1">
              <a:lnSpc>
                <a:spcPct val="110000"/>
              </a:lnSpc>
              <a:spcBef>
                <a:spcPts val="2080"/>
              </a:spcBef>
              <a:spcAft>
                <a:spcPts val="0"/>
              </a:spcAft>
              <a:buFont typeface="Wingdings" panose="05000000000000000000" pitchFamily="2" charset="2"/>
              <a:buNone/>
            </a:pPr>
            <a:r>
              <a:rPr lang="de-DE" err="1"/>
              <a:t>Subline</a:t>
            </a:r>
            <a:r>
              <a:rPr lang="de-DE"/>
              <a:t>/Referent/Datum</a:t>
            </a:r>
          </a:p>
        </p:txBody>
      </p:sp>
      <p:sp>
        <p:nvSpPr>
          <p:cNvPr id="2" name="Rechteck 1">
            <a:extLst>
              <a:ext uri="{FF2B5EF4-FFF2-40B4-BE49-F238E27FC236}">
                <a16:creationId xmlns:a16="http://schemas.microsoft.com/office/drawing/2014/main" id="{D653BA40-CEA6-81A4-24DC-F691F8CA670B}"/>
              </a:ext>
            </a:extLst>
          </p:cNvPr>
          <p:cNvSpPr/>
          <p:nvPr userDrawn="1"/>
        </p:nvSpPr>
        <p:spPr>
          <a:xfrm>
            <a:off x="0" y="1085850"/>
            <a:ext cx="12192000" cy="804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4" name="Gruppieren 3">
            <a:extLst>
              <a:ext uri="{FF2B5EF4-FFF2-40B4-BE49-F238E27FC236}">
                <a16:creationId xmlns:a16="http://schemas.microsoft.com/office/drawing/2014/main" id="{523918E7-15C7-B347-512E-8B1804CC115B}"/>
              </a:ext>
            </a:extLst>
          </p:cNvPr>
          <p:cNvGrpSpPr/>
          <p:nvPr userDrawn="1"/>
        </p:nvGrpSpPr>
        <p:grpSpPr>
          <a:xfrm>
            <a:off x="0" y="1106398"/>
            <a:ext cx="12191999" cy="45719"/>
            <a:chOff x="0" y="1161937"/>
            <a:chExt cx="12191699" cy="108000"/>
          </a:xfrm>
        </p:grpSpPr>
        <p:sp>
          <p:nvSpPr>
            <p:cNvPr id="5" name="Rechteck 4">
              <a:extLst>
                <a:ext uri="{FF2B5EF4-FFF2-40B4-BE49-F238E27FC236}">
                  <a16:creationId xmlns:a16="http://schemas.microsoft.com/office/drawing/2014/main" id="{FD93EB9E-B0E8-4069-657C-6BB0083E7273}"/>
                </a:ext>
              </a:extLst>
            </p:cNvPr>
            <p:cNvSpPr/>
            <p:nvPr userDrawn="1"/>
          </p:nvSpPr>
          <p:spPr>
            <a:xfrm>
              <a:off x="0" y="1161937"/>
              <a:ext cx="4028976" cy="108000"/>
            </a:xfrm>
            <a:prstGeom prst="rect">
              <a:avLst/>
            </a:prstGeom>
            <a:solidFill>
              <a:srgbClr val="55A85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5F5F9B0E-A4FC-144C-6F69-664D172AD28C}"/>
                </a:ext>
              </a:extLst>
            </p:cNvPr>
            <p:cNvSpPr/>
            <p:nvPr userDrawn="1"/>
          </p:nvSpPr>
          <p:spPr>
            <a:xfrm>
              <a:off x="4064014" y="1161937"/>
              <a:ext cx="4068000" cy="108000"/>
            </a:xfrm>
            <a:prstGeom prst="rect">
              <a:avLst/>
            </a:prstGeom>
            <a:solidFill>
              <a:srgbClr val="ED5025"/>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sp>
          <p:nvSpPr>
            <p:cNvPr id="7" name="Rechteck 6">
              <a:extLst>
                <a:ext uri="{FF2B5EF4-FFF2-40B4-BE49-F238E27FC236}">
                  <a16:creationId xmlns:a16="http://schemas.microsoft.com/office/drawing/2014/main" id="{94761BC2-F767-6A62-9B58-0FA494FA172B}"/>
                </a:ext>
              </a:extLst>
            </p:cNvPr>
            <p:cNvSpPr/>
            <p:nvPr userDrawn="1"/>
          </p:nvSpPr>
          <p:spPr>
            <a:xfrm>
              <a:off x="8167051" y="1161937"/>
              <a:ext cx="4024648" cy="108000"/>
            </a:xfrm>
            <a:prstGeom prst="rect">
              <a:avLst/>
            </a:prstGeom>
            <a:solidFill>
              <a:srgbClr val="6CC0D8"/>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grpSp>
    </p:spTree>
    <p:extLst>
      <p:ext uri="{BB962C8B-B14F-4D97-AF65-F5344CB8AC3E}">
        <p14:creationId xmlns:p14="http://schemas.microsoft.com/office/powerpoint/2010/main" val="3277970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grpSp>
        <p:nvGrpSpPr>
          <p:cNvPr id="4" name="Gruppieren 3">
            <a:extLst>
              <a:ext uri="{FF2B5EF4-FFF2-40B4-BE49-F238E27FC236}">
                <a16:creationId xmlns:a16="http://schemas.microsoft.com/office/drawing/2014/main" id="{523918E7-15C7-B347-512E-8B1804CC115B}"/>
              </a:ext>
            </a:extLst>
          </p:cNvPr>
          <p:cNvGrpSpPr/>
          <p:nvPr userDrawn="1"/>
        </p:nvGrpSpPr>
        <p:grpSpPr>
          <a:xfrm>
            <a:off x="0" y="1193078"/>
            <a:ext cx="12192000" cy="45719"/>
            <a:chOff x="0" y="1161937"/>
            <a:chExt cx="12191700" cy="108000"/>
          </a:xfrm>
        </p:grpSpPr>
        <p:sp>
          <p:nvSpPr>
            <p:cNvPr id="5" name="Rechteck 4">
              <a:extLst>
                <a:ext uri="{FF2B5EF4-FFF2-40B4-BE49-F238E27FC236}">
                  <a16:creationId xmlns:a16="http://schemas.microsoft.com/office/drawing/2014/main" id="{FD93EB9E-B0E8-4069-657C-6BB0083E7273}"/>
                </a:ext>
              </a:extLst>
            </p:cNvPr>
            <p:cNvSpPr/>
            <p:nvPr userDrawn="1"/>
          </p:nvSpPr>
          <p:spPr>
            <a:xfrm>
              <a:off x="0" y="1161937"/>
              <a:ext cx="4064014" cy="108000"/>
            </a:xfrm>
            <a:prstGeom prst="rect">
              <a:avLst/>
            </a:prstGeom>
            <a:solidFill>
              <a:srgbClr val="55A85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5F5F9B0E-A4FC-144C-6F69-664D172AD28C}"/>
                </a:ext>
              </a:extLst>
            </p:cNvPr>
            <p:cNvSpPr/>
            <p:nvPr userDrawn="1"/>
          </p:nvSpPr>
          <p:spPr>
            <a:xfrm>
              <a:off x="4064014" y="1161937"/>
              <a:ext cx="4068000" cy="108000"/>
            </a:xfrm>
            <a:prstGeom prst="rect">
              <a:avLst/>
            </a:prstGeom>
            <a:solidFill>
              <a:srgbClr val="ED5025"/>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sp>
          <p:nvSpPr>
            <p:cNvPr id="7" name="Rechteck 6">
              <a:extLst>
                <a:ext uri="{FF2B5EF4-FFF2-40B4-BE49-F238E27FC236}">
                  <a16:creationId xmlns:a16="http://schemas.microsoft.com/office/drawing/2014/main" id="{94761BC2-F767-6A62-9B58-0FA494FA172B}"/>
                </a:ext>
              </a:extLst>
            </p:cNvPr>
            <p:cNvSpPr/>
            <p:nvPr userDrawn="1"/>
          </p:nvSpPr>
          <p:spPr>
            <a:xfrm>
              <a:off x="8127300" y="1161937"/>
              <a:ext cx="4064400" cy="108000"/>
            </a:xfrm>
            <a:prstGeom prst="rect">
              <a:avLst/>
            </a:prstGeom>
            <a:solidFill>
              <a:srgbClr val="6CC0D8"/>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grpSp>
      <p:sp>
        <p:nvSpPr>
          <p:cNvPr id="8" name="Rechteck 7">
            <a:extLst>
              <a:ext uri="{FF2B5EF4-FFF2-40B4-BE49-F238E27FC236}">
                <a16:creationId xmlns:a16="http://schemas.microsoft.com/office/drawing/2014/main" id="{3D2989AE-CFA4-2ADB-233E-F52D68878E00}"/>
              </a:ext>
            </a:extLst>
          </p:cNvPr>
          <p:cNvSpPr/>
          <p:nvPr userDrawn="1"/>
        </p:nvSpPr>
        <p:spPr>
          <a:xfrm>
            <a:off x="0" y="5984875"/>
            <a:ext cx="12192000" cy="873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Bildplatzhalter 13">
            <a:extLst>
              <a:ext uri="{FF2B5EF4-FFF2-40B4-BE49-F238E27FC236}">
                <a16:creationId xmlns:a16="http://schemas.microsoft.com/office/drawing/2014/main" id="{500952DE-EB50-4DBA-0D6C-C30CD3C99AB6}"/>
              </a:ext>
            </a:extLst>
          </p:cNvPr>
          <p:cNvSpPr>
            <a:spLocks noGrp="1"/>
          </p:cNvSpPr>
          <p:nvPr>
            <p:ph type="pic" sz="quarter" idx="12" hasCustomPrompt="1"/>
          </p:nvPr>
        </p:nvSpPr>
        <p:spPr>
          <a:xfrm>
            <a:off x="0" y="1238798"/>
            <a:ext cx="12192000" cy="4904827"/>
          </a:xfrm>
          <a:solidFill>
            <a:srgbClr val="44546A">
              <a:alpha val="6000"/>
            </a:srgbClr>
          </a:solidFill>
        </p:spPr>
        <p:txBody>
          <a:bodyPr>
            <a:normAutofit/>
          </a:bodyPr>
          <a:lstStyle>
            <a:lvl1pPr marL="0" indent="0">
              <a:buNone/>
              <a:defRPr sz="1800"/>
            </a:lvl1pPr>
          </a:lstStyle>
          <a:p>
            <a:r>
              <a:rPr lang="de-DE"/>
              <a:t>Bild durch klicken auf Symbol hinzufügen</a:t>
            </a:r>
          </a:p>
        </p:txBody>
      </p:sp>
      <p:sp>
        <p:nvSpPr>
          <p:cNvPr id="3" name="Textplatzhalter 14">
            <a:extLst>
              <a:ext uri="{FF2B5EF4-FFF2-40B4-BE49-F238E27FC236}">
                <a16:creationId xmlns:a16="http://schemas.microsoft.com/office/drawing/2014/main" id="{973C783D-DB89-3588-D9D7-7F845FA7AC1F}"/>
              </a:ext>
            </a:extLst>
          </p:cNvPr>
          <p:cNvSpPr>
            <a:spLocks noGrp="1"/>
          </p:cNvSpPr>
          <p:nvPr>
            <p:ph type="body" sz="quarter" idx="11" hasCustomPrompt="1"/>
          </p:nvPr>
        </p:nvSpPr>
        <p:spPr>
          <a:xfrm>
            <a:off x="0" y="3710688"/>
            <a:ext cx="7824787" cy="1742566"/>
          </a:xfrm>
          <a:solidFill>
            <a:schemeClr val="bg1">
              <a:alpha val="85000"/>
            </a:schemeClr>
          </a:solidFill>
        </p:spPr>
        <p:txBody>
          <a:bodyPr wrap="square" lIns="486000" tIns="360000" rIns="360000" bIns="360000" anchor="t">
            <a:spAutoFit/>
          </a:bodyPr>
          <a:lstStyle>
            <a:lvl1pPr marL="0" indent="0">
              <a:lnSpc>
                <a:spcPct val="100000"/>
              </a:lnSpc>
              <a:spcAft>
                <a:spcPts val="0"/>
              </a:spcAft>
              <a:buNone/>
              <a:defRPr sz="3200" b="0">
                <a:solidFill>
                  <a:srgbClr val="44546A"/>
                </a:solidFill>
                <a:latin typeface="Montserrat Medium" panose="00000600000000000000" pitchFamily="2" charset="0"/>
              </a:defRPr>
            </a:lvl1pPr>
            <a:lvl2pPr marL="457200" indent="0">
              <a:lnSpc>
                <a:spcPts val="3520"/>
              </a:lnSpc>
              <a:spcAft>
                <a:spcPts val="1600"/>
              </a:spcAft>
              <a:buNone/>
              <a:defRPr sz="4160" b="0">
                <a:solidFill>
                  <a:schemeClr val="bg1"/>
                </a:solidFill>
                <a:latin typeface="Frutiger LT Com 75 Black" panose="020B0A03040504030204" pitchFamily="34" charset="0"/>
              </a:defRPr>
            </a:lvl2pPr>
            <a:lvl3pPr marL="914400" indent="0">
              <a:lnSpc>
                <a:spcPct val="110000"/>
              </a:lnSpc>
              <a:spcAft>
                <a:spcPts val="0"/>
              </a:spcAft>
              <a:buNone/>
              <a:defRPr sz="1600" b="0">
                <a:solidFill>
                  <a:schemeClr val="bg1"/>
                </a:solidFill>
                <a:latin typeface="+mj-lt"/>
              </a:defRPr>
            </a:lvl3pPr>
            <a:lvl4pPr marL="0" indent="0">
              <a:lnSpc>
                <a:spcPct val="110000"/>
              </a:lnSpc>
              <a:spcBef>
                <a:spcPts val="2080"/>
              </a:spcBef>
              <a:spcAft>
                <a:spcPts val="0"/>
              </a:spcAft>
              <a:buNone/>
              <a:defRPr lang="de-DE" sz="1600" kern="1200" dirty="0">
                <a:solidFill>
                  <a:srgbClr val="44546A"/>
                </a:solidFill>
                <a:latin typeface="Montserrat Medium" panose="00000600000000000000" pitchFamily="2" charset="0"/>
                <a:ea typeface="Tahoma" panose="020B0604030504040204" pitchFamily="34" charset="0"/>
                <a:cs typeface="Tahoma" panose="020B0604030504040204" pitchFamily="34" charset="0"/>
              </a:defRPr>
            </a:lvl4pPr>
            <a:lvl5pPr>
              <a:spcAft>
                <a:spcPts val="0"/>
              </a:spcAft>
              <a:defRPr/>
            </a:lvl5pPr>
          </a:lstStyle>
          <a:p>
            <a:pPr lvl="0"/>
            <a:r>
              <a:rPr lang="de-DE"/>
              <a:t>Headline, Montserrat </a:t>
            </a:r>
            <a:r>
              <a:rPr lang="de-DE" err="1"/>
              <a:t>Med</a:t>
            </a:r>
            <a:r>
              <a:rPr lang="de-DE"/>
              <a:t>, 32 </a:t>
            </a:r>
            <a:r>
              <a:rPr lang="de-DE" err="1"/>
              <a:t>pt</a:t>
            </a:r>
            <a:endParaRPr lang="de-DE"/>
          </a:p>
          <a:p>
            <a:pPr marL="0" lvl="3" indent="0" algn="l" defTabSz="914400" rtl="0" eaLnBrk="1" latinLnBrk="0" hangingPunct="1">
              <a:lnSpc>
                <a:spcPct val="110000"/>
              </a:lnSpc>
              <a:spcBef>
                <a:spcPts val="2080"/>
              </a:spcBef>
              <a:spcAft>
                <a:spcPts val="0"/>
              </a:spcAft>
              <a:buFont typeface="Wingdings" panose="05000000000000000000" pitchFamily="2" charset="2"/>
              <a:buNone/>
            </a:pPr>
            <a:r>
              <a:rPr lang="de-DE" err="1"/>
              <a:t>Subline</a:t>
            </a:r>
            <a:r>
              <a:rPr lang="de-DE"/>
              <a:t>/Referent/Datum</a:t>
            </a:r>
          </a:p>
        </p:txBody>
      </p:sp>
      <p:sp>
        <p:nvSpPr>
          <p:cNvPr id="10" name="Textfeld 9">
            <a:extLst>
              <a:ext uri="{FF2B5EF4-FFF2-40B4-BE49-F238E27FC236}">
                <a16:creationId xmlns:a16="http://schemas.microsoft.com/office/drawing/2014/main" id="{B608732F-0600-59BA-D69C-4C35B66EDD83}"/>
              </a:ext>
            </a:extLst>
          </p:cNvPr>
          <p:cNvSpPr txBox="1"/>
          <p:nvPr userDrawn="1"/>
        </p:nvSpPr>
        <p:spPr>
          <a:xfrm>
            <a:off x="0" y="6318885"/>
            <a:ext cx="12192000" cy="338554"/>
          </a:xfrm>
          <a:prstGeom prst="rect">
            <a:avLst/>
          </a:prstGeom>
          <a:noFill/>
        </p:spPr>
        <p:txBody>
          <a:bodyPr wrap="square" lIns="486000" rtlCol="0">
            <a:spAutoFit/>
          </a:bodyPr>
          <a:lstStyle/>
          <a:p>
            <a:r>
              <a:rPr lang="de-DE" sz="1600">
                <a:solidFill>
                  <a:srgbClr val="ED5025"/>
                </a:solidFill>
                <a:latin typeface="Montserrat Medium" panose="00000600000000000000" pitchFamily="2" charset="0"/>
              </a:rPr>
              <a:t>Forschung für eine zukunftsfähige Wertschöpfung</a:t>
            </a:r>
          </a:p>
        </p:txBody>
      </p:sp>
    </p:spTree>
    <p:extLst>
      <p:ext uri="{BB962C8B-B14F-4D97-AF65-F5344CB8AC3E}">
        <p14:creationId xmlns:p14="http://schemas.microsoft.com/office/powerpoint/2010/main" val="256237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03)">
    <p:spTree>
      <p:nvGrpSpPr>
        <p:cNvPr id="1" name=""/>
        <p:cNvGrpSpPr/>
        <p:nvPr/>
      </p:nvGrpSpPr>
      <p:grpSpPr>
        <a:xfrm>
          <a:off x="0" y="0"/>
          <a:ext cx="0" cy="0"/>
          <a:chOff x="0" y="0"/>
          <a:chExt cx="0" cy="0"/>
        </a:xfrm>
      </p:grpSpPr>
      <p:sp>
        <p:nvSpPr>
          <p:cNvPr id="8" name="Textplatzhalter 25">
            <a:extLst>
              <a:ext uri="{FF2B5EF4-FFF2-40B4-BE49-F238E27FC236}">
                <a16:creationId xmlns:a16="http://schemas.microsoft.com/office/drawing/2014/main" id="{BC9C7667-FD21-49D1-81EE-B97FE47494F7}"/>
              </a:ext>
            </a:extLst>
          </p:cNvPr>
          <p:cNvSpPr>
            <a:spLocks noGrp="1"/>
          </p:cNvSpPr>
          <p:nvPr>
            <p:ph type="body" sz="quarter" idx="13" hasCustomPrompt="1"/>
          </p:nvPr>
        </p:nvSpPr>
        <p:spPr>
          <a:xfrm>
            <a:off x="3286604" y="2915485"/>
            <a:ext cx="5271412"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22" name="Textplatzhalter 25">
            <a:extLst>
              <a:ext uri="{FF2B5EF4-FFF2-40B4-BE49-F238E27FC236}">
                <a16:creationId xmlns:a16="http://schemas.microsoft.com/office/drawing/2014/main" id="{0F6D7BA5-2EF2-4817-A21D-5C1FEF9978F3}"/>
              </a:ext>
            </a:extLst>
          </p:cNvPr>
          <p:cNvSpPr>
            <a:spLocks noGrp="1"/>
          </p:cNvSpPr>
          <p:nvPr>
            <p:ph type="body" sz="quarter" idx="27" hasCustomPrompt="1"/>
          </p:nvPr>
        </p:nvSpPr>
        <p:spPr>
          <a:xfrm>
            <a:off x="1286755" y="2913058"/>
            <a:ext cx="1695099"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29" name="Textplatzhalter 25">
            <a:extLst>
              <a:ext uri="{FF2B5EF4-FFF2-40B4-BE49-F238E27FC236}">
                <a16:creationId xmlns:a16="http://schemas.microsoft.com/office/drawing/2014/main" id="{D9E1406F-099D-4080-9BD6-E2269292F526}"/>
              </a:ext>
            </a:extLst>
          </p:cNvPr>
          <p:cNvSpPr>
            <a:spLocks noGrp="1"/>
          </p:cNvSpPr>
          <p:nvPr>
            <p:ph type="body" sz="quarter" idx="34" hasCustomPrompt="1"/>
          </p:nvPr>
        </p:nvSpPr>
        <p:spPr>
          <a:xfrm>
            <a:off x="8868712" y="2913058"/>
            <a:ext cx="2024154"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2" name="Textfeld 1">
            <a:extLst>
              <a:ext uri="{FF2B5EF4-FFF2-40B4-BE49-F238E27FC236}">
                <a16:creationId xmlns:a16="http://schemas.microsoft.com/office/drawing/2014/main" id="{D2C07ECC-4022-41DC-B549-77C87D3E74B8}"/>
              </a:ext>
            </a:extLst>
          </p:cNvPr>
          <p:cNvSpPr txBox="1"/>
          <p:nvPr userDrawn="1"/>
        </p:nvSpPr>
        <p:spPr>
          <a:xfrm>
            <a:off x="515938" y="281025"/>
            <a:ext cx="2422526" cy="523220"/>
          </a:xfrm>
          <a:prstGeom prst="rect">
            <a:avLst/>
          </a:prstGeom>
          <a:noFill/>
        </p:spPr>
        <p:txBody>
          <a:bodyPr wrap="square" lIns="0"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Agenda</a:t>
            </a:r>
            <a:endParaRPr lang="de-DE" sz="24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42" name="Textplatzhalter 25">
            <a:extLst>
              <a:ext uri="{FF2B5EF4-FFF2-40B4-BE49-F238E27FC236}">
                <a16:creationId xmlns:a16="http://schemas.microsoft.com/office/drawing/2014/main" id="{61FAEF35-8F55-44CF-AB15-EE4AC5B9E8B0}"/>
              </a:ext>
            </a:extLst>
          </p:cNvPr>
          <p:cNvSpPr>
            <a:spLocks noGrp="1"/>
          </p:cNvSpPr>
          <p:nvPr>
            <p:ph type="body" sz="quarter" idx="35" hasCustomPrompt="1"/>
          </p:nvPr>
        </p:nvSpPr>
        <p:spPr>
          <a:xfrm>
            <a:off x="3286604" y="3689350"/>
            <a:ext cx="5271412"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4" name="Textplatzhalter 25">
            <a:extLst>
              <a:ext uri="{FF2B5EF4-FFF2-40B4-BE49-F238E27FC236}">
                <a16:creationId xmlns:a16="http://schemas.microsoft.com/office/drawing/2014/main" id="{1DF7FEA9-8704-46FA-B838-4551B6C8390E}"/>
              </a:ext>
            </a:extLst>
          </p:cNvPr>
          <p:cNvSpPr>
            <a:spLocks noGrp="1"/>
          </p:cNvSpPr>
          <p:nvPr>
            <p:ph type="body" sz="quarter" idx="37" hasCustomPrompt="1"/>
          </p:nvPr>
        </p:nvSpPr>
        <p:spPr>
          <a:xfrm>
            <a:off x="1284773" y="3686923"/>
            <a:ext cx="1695099"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5" name="Textplatzhalter 25">
            <a:extLst>
              <a:ext uri="{FF2B5EF4-FFF2-40B4-BE49-F238E27FC236}">
                <a16:creationId xmlns:a16="http://schemas.microsoft.com/office/drawing/2014/main" id="{B09C3D73-3A15-4854-8C01-53876470CB6F}"/>
              </a:ext>
            </a:extLst>
          </p:cNvPr>
          <p:cNvSpPr>
            <a:spLocks noGrp="1"/>
          </p:cNvSpPr>
          <p:nvPr>
            <p:ph type="body" sz="quarter" idx="38" hasCustomPrompt="1"/>
          </p:nvPr>
        </p:nvSpPr>
        <p:spPr>
          <a:xfrm>
            <a:off x="8868712" y="3686923"/>
            <a:ext cx="2024154"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6" name="Textplatzhalter 25">
            <a:extLst>
              <a:ext uri="{FF2B5EF4-FFF2-40B4-BE49-F238E27FC236}">
                <a16:creationId xmlns:a16="http://schemas.microsoft.com/office/drawing/2014/main" id="{F7053013-61A1-4400-8D6C-9EACCD9F38E8}"/>
              </a:ext>
            </a:extLst>
          </p:cNvPr>
          <p:cNvSpPr>
            <a:spLocks noGrp="1"/>
          </p:cNvSpPr>
          <p:nvPr>
            <p:ph type="body" sz="quarter" idx="39" hasCustomPrompt="1"/>
          </p:nvPr>
        </p:nvSpPr>
        <p:spPr>
          <a:xfrm>
            <a:off x="3286604" y="4461769"/>
            <a:ext cx="5271412"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8" name="Textplatzhalter 25">
            <a:extLst>
              <a:ext uri="{FF2B5EF4-FFF2-40B4-BE49-F238E27FC236}">
                <a16:creationId xmlns:a16="http://schemas.microsoft.com/office/drawing/2014/main" id="{7771CB07-3187-4C0B-9D16-6BABB31C8358}"/>
              </a:ext>
            </a:extLst>
          </p:cNvPr>
          <p:cNvSpPr>
            <a:spLocks noGrp="1"/>
          </p:cNvSpPr>
          <p:nvPr>
            <p:ph type="body" sz="quarter" idx="41" hasCustomPrompt="1"/>
          </p:nvPr>
        </p:nvSpPr>
        <p:spPr>
          <a:xfrm>
            <a:off x="1286756" y="4459342"/>
            <a:ext cx="1693116"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9" name="Textplatzhalter 25">
            <a:extLst>
              <a:ext uri="{FF2B5EF4-FFF2-40B4-BE49-F238E27FC236}">
                <a16:creationId xmlns:a16="http://schemas.microsoft.com/office/drawing/2014/main" id="{D95A9B91-8D38-4647-B8FC-6B66188F46FA}"/>
              </a:ext>
            </a:extLst>
          </p:cNvPr>
          <p:cNvSpPr>
            <a:spLocks noGrp="1"/>
          </p:cNvSpPr>
          <p:nvPr>
            <p:ph type="body" sz="quarter" idx="42" hasCustomPrompt="1"/>
          </p:nvPr>
        </p:nvSpPr>
        <p:spPr>
          <a:xfrm>
            <a:off x="8868712" y="4459342"/>
            <a:ext cx="2024154" cy="360362"/>
          </a:xfrm>
          <a:prstGeom prst="rect">
            <a:avLst/>
          </a:prstGeom>
        </p:spPr>
        <p:txBody>
          <a:bodyPr anchor="b">
            <a:noAutofit/>
          </a:bodyPr>
          <a:lstStyle>
            <a:lvl1pPr marL="0" indent="0">
              <a:buNone/>
              <a:defRPr sz="18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71" name="Textfeld 70">
            <a:extLst>
              <a:ext uri="{FF2B5EF4-FFF2-40B4-BE49-F238E27FC236}">
                <a16:creationId xmlns:a16="http://schemas.microsoft.com/office/drawing/2014/main" id="{7844F541-8E15-49E3-8F19-7884A93D55E8}"/>
              </a:ext>
            </a:extLst>
          </p:cNvPr>
          <p:cNvSpPr txBox="1"/>
          <p:nvPr userDrawn="1"/>
        </p:nvSpPr>
        <p:spPr>
          <a:xfrm>
            <a:off x="407490" y="2784186"/>
            <a:ext cx="707366" cy="523220"/>
          </a:xfrm>
          <a:prstGeom prst="rect">
            <a:avLst/>
          </a:prstGeom>
          <a:noFill/>
        </p:spPr>
        <p:txBody>
          <a:bodyPr wrap="square"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01</a:t>
            </a:r>
          </a:p>
        </p:txBody>
      </p:sp>
      <p:sp>
        <p:nvSpPr>
          <p:cNvPr id="75" name="Textfeld 74">
            <a:extLst>
              <a:ext uri="{FF2B5EF4-FFF2-40B4-BE49-F238E27FC236}">
                <a16:creationId xmlns:a16="http://schemas.microsoft.com/office/drawing/2014/main" id="{595FFDEB-95BA-4BF0-8D12-EF0E6BC41E70}"/>
              </a:ext>
            </a:extLst>
          </p:cNvPr>
          <p:cNvSpPr txBox="1"/>
          <p:nvPr userDrawn="1"/>
        </p:nvSpPr>
        <p:spPr>
          <a:xfrm>
            <a:off x="407490" y="3549924"/>
            <a:ext cx="707366" cy="523220"/>
          </a:xfrm>
          <a:prstGeom prst="rect">
            <a:avLst/>
          </a:prstGeom>
          <a:noFill/>
        </p:spPr>
        <p:txBody>
          <a:bodyPr wrap="square"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02</a:t>
            </a:r>
          </a:p>
        </p:txBody>
      </p:sp>
      <p:sp>
        <p:nvSpPr>
          <p:cNvPr id="79" name="Textfeld 78">
            <a:extLst>
              <a:ext uri="{FF2B5EF4-FFF2-40B4-BE49-F238E27FC236}">
                <a16:creationId xmlns:a16="http://schemas.microsoft.com/office/drawing/2014/main" id="{406338BE-B326-4197-A274-59E9E1F02254}"/>
              </a:ext>
            </a:extLst>
          </p:cNvPr>
          <p:cNvSpPr txBox="1"/>
          <p:nvPr userDrawn="1"/>
        </p:nvSpPr>
        <p:spPr>
          <a:xfrm>
            <a:off x="407490" y="4330325"/>
            <a:ext cx="707366" cy="523220"/>
          </a:xfrm>
          <a:prstGeom prst="rect">
            <a:avLst/>
          </a:prstGeom>
          <a:noFill/>
        </p:spPr>
        <p:txBody>
          <a:bodyPr wrap="square"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03</a:t>
            </a:r>
          </a:p>
        </p:txBody>
      </p:sp>
      <p:sp>
        <p:nvSpPr>
          <p:cNvPr id="3" name="Fußzeilenplatzhalter 2">
            <a:extLst>
              <a:ext uri="{FF2B5EF4-FFF2-40B4-BE49-F238E27FC236}">
                <a16:creationId xmlns:a16="http://schemas.microsoft.com/office/drawing/2014/main" id="{6660A3BD-094D-41E0-9D2F-F9459CFD13BC}"/>
              </a:ext>
            </a:extLst>
          </p:cNvPr>
          <p:cNvSpPr>
            <a:spLocks noGrp="1"/>
          </p:cNvSpPr>
          <p:nvPr>
            <p:ph type="ftr" sz="quarter" idx="43"/>
          </p:nvPr>
        </p:nvSpPr>
        <p:spPr/>
        <p:txBody>
          <a:bodyPr/>
          <a:lstStyle/>
          <a:p>
            <a:r>
              <a:rPr lang="de-DE"/>
              <a:t>- Präsentationstitel -</a:t>
            </a:r>
          </a:p>
        </p:txBody>
      </p:sp>
    </p:spTree>
    <p:extLst>
      <p:ext uri="{BB962C8B-B14F-4D97-AF65-F5344CB8AC3E}">
        <p14:creationId xmlns:p14="http://schemas.microsoft.com/office/powerpoint/2010/main" val="188226842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04)">
    <p:spTree>
      <p:nvGrpSpPr>
        <p:cNvPr id="1" name=""/>
        <p:cNvGrpSpPr/>
        <p:nvPr/>
      </p:nvGrpSpPr>
      <p:grpSpPr>
        <a:xfrm>
          <a:off x="0" y="0"/>
          <a:ext cx="0" cy="0"/>
          <a:chOff x="0" y="0"/>
          <a:chExt cx="0" cy="0"/>
        </a:xfrm>
      </p:grpSpPr>
      <p:sp>
        <p:nvSpPr>
          <p:cNvPr id="8" name="Textplatzhalter 25">
            <a:extLst>
              <a:ext uri="{FF2B5EF4-FFF2-40B4-BE49-F238E27FC236}">
                <a16:creationId xmlns:a16="http://schemas.microsoft.com/office/drawing/2014/main" id="{BC9C7667-FD21-49D1-81EE-B97FE47494F7}"/>
              </a:ext>
            </a:extLst>
          </p:cNvPr>
          <p:cNvSpPr>
            <a:spLocks noGrp="1"/>
          </p:cNvSpPr>
          <p:nvPr>
            <p:ph type="body" sz="quarter" idx="13" hasCustomPrompt="1"/>
          </p:nvPr>
        </p:nvSpPr>
        <p:spPr>
          <a:xfrm>
            <a:off x="3286604" y="2536571"/>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22" name="Textplatzhalter 25">
            <a:extLst>
              <a:ext uri="{FF2B5EF4-FFF2-40B4-BE49-F238E27FC236}">
                <a16:creationId xmlns:a16="http://schemas.microsoft.com/office/drawing/2014/main" id="{0F6D7BA5-2EF2-4817-A21D-5C1FEF9978F3}"/>
              </a:ext>
            </a:extLst>
          </p:cNvPr>
          <p:cNvSpPr>
            <a:spLocks noGrp="1"/>
          </p:cNvSpPr>
          <p:nvPr>
            <p:ph type="body" sz="quarter" idx="27" hasCustomPrompt="1"/>
          </p:nvPr>
        </p:nvSpPr>
        <p:spPr>
          <a:xfrm>
            <a:off x="1286755" y="2534144"/>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29" name="Textplatzhalter 25">
            <a:extLst>
              <a:ext uri="{FF2B5EF4-FFF2-40B4-BE49-F238E27FC236}">
                <a16:creationId xmlns:a16="http://schemas.microsoft.com/office/drawing/2014/main" id="{D9E1406F-099D-4080-9BD6-E2269292F526}"/>
              </a:ext>
            </a:extLst>
          </p:cNvPr>
          <p:cNvSpPr>
            <a:spLocks noGrp="1"/>
          </p:cNvSpPr>
          <p:nvPr>
            <p:ph type="body" sz="quarter" idx="34" hasCustomPrompt="1"/>
          </p:nvPr>
        </p:nvSpPr>
        <p:spPr>
          <a:xfrm>
            <a:off x="8868712" y="2534144"/>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2" name="Textplatzhalter 25">
            <a:extLst>
              <a:ext uri="{FF2B5EF4-FFF2-40B4-BE49-F238E27FC236}">
                <a16:creationId xmlns:a16="http://schemas.microsoft.com/office/drawing/2014/main" id="{61FAEF35-8F55-44CF-AB15-EE4AC5B9E8B0}"/>
              </a:ext>
            </a:extLst>
          </p:cNvPr>
          <p:cNvSpPr>
            <a:spLocks noGrp="1"/>
          </p:cNvSpPr>
          <p:nvPr>
            <p:ph type="body" sz="quarter" idx="35" hasCustomPrompt="1"/>
          </p:nvPr>
        </p:nvSpPr>
        <p:spPr>
          <a:xfrm>
            <a:off x="3286604" y="3310436"/>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4" name="Textplatzhalter 25">
            <a:extLst>
              <a:ext uri="{FF2B5EF4-FFF2-40B4-BE49-F238E27FC236}">
                <a16:creationId xmlns:a16="http://schemas.microsoft.com/office/drawing/2014/main" id="{1DF7FEA9-8704-46FA-B838-4551B6C8390E}"/>
              </a:ext>
            </a:extLst>
          </p:cNvPr>
          <p:cNvSpPr>
            <a:spLocks noGrp="1"/>
          </p:cNvSpPr>
          <p:nvPr>
            <p:ph type="body" sz="quarter" idx="37" hasCustomPrompt="1"/>
          </p:nvPr>
        </p:nvSpPr>
        <p:spPr>
          <a:xfrm>
            <a:off x="1284773" y="3308009"/>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5" name="Textplatzhalter 25">
            <a:extLst>
              <a:ext uri="{FF2B5EF4-FFF2-40B4-BE49-F238E27FC236}">
                <a16:creationId xmlns:a16="http://schemas.microsoft.com/office/drawing/2014/main" id="{B09C3D73-3A15-4854-8C01-53876470CB6F}"/>
              </a:ext>
            </a:extLst>
          </p:cNvPr>
          <p:cNvSpPr>
            <a:spLocks noGrp="1"/>
          </p:cNvSpPr>
          <p:nvPr>
            <p:ph type="body" sz="quarter" idx="38" hasCustomPrompt="1"/>
          </p:nvPr>
        </p:nvSpPr>
        <p:spPr>
          <a:xfrm>
            <a:off x="8868712" y="3308009"/>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6" name="Textplatzhalter 25">
            <a:extLst>
              <a:ext uri="{FF2B5EF4-FFF2-40B4-BE49-F238E27FC236}">
                <a16:creationId xmlns:a16="http://schemas.microsoft.com/office/drawing/2014/main" id="{F7053013-61A1-4400-8D6C-9EACCD9F38E8}"/>
              </a:ext>
            </a:extLst>
          </p:cNvPr>
          <p:cNvSpPr>
            <a:spLocks noGrp="1"/>
          </p:cNvSpPr>
          <p:nvPr>
            <p:ph type="body" sz="quarter" idx="39" hasCustomPrompt="1"/>
          </p:nvPr>
        </p:nvSpPr>
        <p:spPr>
          <a:xfrm>
            <a:off x="3286604" y="4082855"/>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8" name="Textplatzhalter 25">
            <a:extLst>
              <a:ext uri="{FF2B5EF4-FFF2-40B4-BE49-F238E27FC236}">
                <a16:creationId xmlns:a16="http://schemas.microsoft.com/office/drawing/2014/main" id="{7771CB07-3187-4C0B-9D16-6BABB31C8358}"/>
              </a:ext>
            </a:extLst>
          </p:cNvPr>
          <p:cNvSpPr>
            <a:spLocks noGrp="1"/>
          </p:cNvSpPr>
          <p:nvPr>
            <p:ph type="body" sz="quarter" idx="41" hasCustomPrompt="1"/>
          </p:nvPr>
        </p:nvSpPr>
        <p:spPr>
          <a:xfrm>
            <a:off x="1286756" y="4080428"/>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9" name="Textplatzhalter 25">
            <a:extLst>
              <a:ext uri="{FF2B5EF4-FFF2-40B4-BE49-F238E27FC236}">
                <a16:creationId xmlns:a16="http://schemas.microsoft.com/office/drawing/2014/main" id="{D95A9B91-8D38-4647-B8FC-6B66188F46FA}"/>
              </a:ext>
            </a:extLst>
          </p:cNvPr>
          <p:cNvSpPr>
            <a:spLocks noGrp="1"/>
          </p:cNvSpPr>
          <p:nvPr>
            <p:ph type="body" sz="quarter" idx="42" hasCustomPrompt="1"/>
          </p:nvPr>
        </p:nvSpPr>
        <p:spPr>
          <a:xfrm>
            <a:off x="8868712" y="4080428"/>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0" name="Textplatzhalter 25">
            <a:extLst>
              <a:ext uri="{FF2B5EF4-FFF2-40B4-BE49-F238E27FC236}">
                <a16:creationId xmlns:a16="http://schemas.microsoft.com/office/drawing/2014/main" id="{7E05B521-932B-48EE-B2EC-D18248B754C5}"/>
              </a:ext>
            </a:extLst>
          </p:cNvPr>
          <p:cNvSpPr>
            <a:spLocks noGrp="1"/>
          </p:cNvSpPr>
          <p:nvPr>
            <p:ph type="body" sz="quarter" idx="43" hasCustomPrompt="1"/>
          </p:nvPr>
        </p:nvSpPr>
        <p:spPr>
          <a:xfrm>
            <a:off x="3286604" y="4850086"/>
            <a:ext cx="5271411"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52" name="Textplatzhalter 25">
            <a:extLst>
              <a:ext uri="{FF2B5EF4-FFF2-40B4-BE49-F238E27FC236}">
                <a16:creationId xmlns:a16="http://schemas.microsoft.com/office/drawing/2014/main" id="{BE7C0B7D-F846-472C-A834-C85B9725D1C8}"/>
              </a:ext>
            </a:extLst>
          </p:cNvPr>
          <p:cNvSpPr>
            <a:spLocks noGrp="1"/>
          </p:cNvSpPr>
          <p:nvPr>
            <p:ph type="body" sz="quarter" idx="45" hasCustomPrompt="1"/>
          </p:nvPr>
        </p:nvSpPr>
        <p:spPr>
          <a:xfrm>
            <a:off x="1286756" y="4847659"/>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53" name="Textplatzhalter 25">
            <a:extLst>
              <a:ext uri="{FF2B5EF4-FFF2-40B4-BE49-F238E27FC236}">
                <a16:creationId xmlns:a16="http://schemas.microsoft.com/office/drawing/2014/main" id="{19FF051D-E554-4661-856B-D2155C3BA4F4}"/>
              </a:ext>
            </a:extLst>
          </p:cNvPr>
          <p:cNvSpPr>
            <a:spLocks noGrp="1"/>
          </p:cNvSpPr>
          <p:nvPr>
            <p:ph type="body" sz="quarter" idx="46" hasCustomPrompt="1"/>
          </p:nvPr>
        </p:nvSpPr>
        <p:spPr>
          <a:xfrm>
            <a:off x="8868712" y="4847659"/>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71" name="Textfeld 70">
            <a:extLst>
              <a:ext uri="{FF2B5EF4-FFF2-40B4-BE49-F238E27FC236}">
                <a16:creationId xmlns:a16="http://schemas.microsoft.com/office/drawing/2014/main" id="{7844F541-8E15-49E3-8F19-7884A93D55E8}"/>
              </a:ext>
            </a:extLst>
          </p:cNvPr>
          <p:cNvSpPr txBox="1"/>
          <p:nvPr userDrawn="1"/>
        </p:nvSpPr>
        <p:spPr>
          <a:xfrm>
            <a:off x="407490" y="2405272"/>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01</a:t>
            </a:r>
          </a:p>
        </p:txBody>
      </p:sp>
      <p:sp>
        <p:nvSpPr>
          <p:cNvPr id="75" name="Textfeld 74">
            <a:extLst>
              <a:ext uri="{FF2B5EF4-FFF2-40B4-BE49-F238E27FC236}">
                <a16:creationId xmlns:a16="http://schemas.microsoft.com/office/drawing/2014/main" id="{595FFDEB-95BA-4BF0-8D12-EF0E6BC41E70}"/>
              </a:ext>
            </a:extLst>
          </p:cNvPr>
          <p:cNvSpPr txBox="1"/>
          <p:nvPr userDrawn="1"/>
        </p:nvSpPr>
        <p:spPr>
          <a:xfrm>
            <a:off x="407490" y="3171010"/>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02</a:t>
            </a:r>
          </a:p>
        </p:txBody>
      </p:sp>
      <p:sp>
        <p:nvSpPr>
          <p:cNvPr id="79" name="Textfeld 78">
            <a:extLst>
              <a:ext uri="{FF2B5EF4-FFF2-40B4-BE49-F238E27FC236}">
                <a16:creationId xmlns:a16="http://schemas.microsoft.com/office/drawing/2014/main" id="{406338BE-B326-4197-A274-59E9E1F02254}"/>
              </a:ext>
            </a:extLst>
          </p:cNvPr>
          <p:cNvSpPr txBox="1"/>
          <p:nvPr userDrawn="1"/>
        </p:nvSpPr>
        <p:spPr>
          <a:xfrm>
            <a:off x="407490" y="3951411"/>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03</a:t>
            </a:r>
          </a:p>
        </p:txBody>
      </p:sp>
      <p:sp>
        <p:nvSpPr>
          <p:cNvPr id="81" name="Textfeld 80">
            <a:extLst>
              <a:ext uri="{FF2B5EF4-FFF2-40B4-BE49-F238E27FC236}">
                <a16:creationId xmlns:a16="http://schemas.microsoft.com/office/drawing/2014/main" id="{8AE45D28-2B9D-4E3C-8722-B65F0E46C8CB}"/>
              </a:ext>
            </a:extLst>
          </p:cNvPr>
          <p:cNvSpPr txBox="1"/>
          <p:nvPr userDrawn="1"/>
        </p:nvSpPr>
        <p:spPr>
          <a:xfrm>
            <a:off x="407490" y="4715438"/>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04</a:t>
            </a:r>
          </a:p>
        </p:txBody>
      </p:sp>
      <p:sp>
        <p:nvSpPr>
          <p:cNvPr id="2" name="Fußzeilenplatzhalter 1">
            <a:extLst>
              <a:ext uri="{FF2B5EF4-FFF2-40B4-BE49-F238E27FC236}">
                <a16:creationId xmlns:a16="http://schemas.microsoft.com/office/drawing/2014/main" id="{FF8DCE91-9FF5-C0EC-0A02-1141E641D8E6}"/>
              </a:ext>
            </a:extLst>
          </p:cNvPr>
          <p:cNvSpPr>
            <a:spLocks noGrp="1"/>
          </p:cNvSpPr>
          <p:nvPr>
            <p:ph type="ftr" sz="quarter" idx="47"/>
          </p:nvPr>
        </p:nvSpPr>
        <p:spPr/>
        <p:txBody>
          <a:bodyPr/>
          <a:lstStyle/>
          <a:p>
            <a:r>
              <a:rPr lang="de-DE"/>
              <a:t>- Präsentationstitel -</a:t>
            </a:r>
          </a:p>
        </p:txBody>
      </p:sp>
      <p:sp>
        <p:nvSpPr>
          <p:cNvPr id="4" name="Textfeld 3">
            <a:extLst>
              <a:ext uri="{FF2B5EF4-FFF2-40B4-BE49-F238E27FC236}">
                <a16:creationId xmlns:a16="http://schemas.microsoft.com/office/drawing/2014/main" id="{42F6DFF6-78C3-144D-F0A8-3161A0FD8CAB}"/>
              </a:ext>
            </a:extLst>
          </p:cNvPr>
          <p:cNvSpPr txBox="1"/>
          <p:nvPr userDrawn="1"/>
        </p:nvSpPr>
        <p:spPr>
          <a:xfrm>
            <a:off x="515938" y="281025"/>
            <a:ext cx="2422526" cy="523220"/>
          </a:xfrm>
          <a:prstGeom prst="rect">
            <a:avLst/>
          </a:prstGeom>
          <a:noFill/>
        </p:spPr>
        <p:txBody>
          <a:bodyPr wrap="square" lIns="0"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Agenda</a:t>
            </a:r>
            <a:endParaRPr lang="de-DE" sz="24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66851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05)">
    <p:spTree>
      <p:nvGrpSpPr>
        <p:cNvPr id="1" name=""/>
        <p:cNvGrpSpPr/>
        <p:nvPr/>
      </p:nvGrpSpPr>
      <p:grpSpPr>
        <a:xfrm>
          <a:off x="0" y="0"/>
          <a:ext cx="0" cy="0"/>
          <a:chOff x="0" y="0"/>
          <a:chExt cx="0" cy="0"/>
        </a:xfrm>
      </p:grpSpPr>
      <p:sp>
        <p:nvSpPr>
          <p:cNvPr id="8" name="Textplatzhalter 25">
            <a:extLst>
              <a:ext uri="{FF2B5EF4-FFF2-40B4-BE49-F238E27FC236}">
                <a16:creationId xmlns:a16="http://schemas.microsoft.com/office/drawing/2014/main" id="{BC9C7667-FD21-49D1-81EE-B97FE47494F7}"/>
              </a:ext>
            </a:extLst>
          </p:cNvPr>
          <p:cNvSpPr>
            <a:spLocks noGrp="1"/>
          </p:cNvSpPr>
          <p:nvPr>
            <p:ph type="body" sz="quarter" idx="13" hasCustomPrompt="1"/>
          </p:nvPr>
        </p:nvSpPr>
        <p:spPr>
          <a:xfrm>
            <a:off x="3287008" y="2134466"/>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22" name="Textplatzhalter 25">
            <a:extLst>
              <a:ext uri="{FF2B5EF4-FFF2-40B4-BE49-F238E27FC236}">
                <a16:creationId xmlns:a16="http://schemas.microsoft.com/office/drawing/2014/main" id="{0F6D7BA5-2EF2-4817-A21D-5C1FEF9978F3}"/>
              </a:ext>
            </a:extLst>
          </p:cNvPr>
          <p:cNvSpPr>
            <a:spLocks noGrp="1"/>
          </p:cNvSpPr>
          <p:nvPr>
            <p:ph type="body" sz="quarter" idx="27" hasCustomPrompt="1"/>
          </p:nvPr>
        </p:nvSpPr>
        <p:spPr>
          <a:xfrm>
            <a:off x="1287159" y="2132039"/>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29" name="Textplatzhalter 25">
            <a:extLst>
              <a:ext uri="{FF2B5EF4-FFF2-40B4-BE49-F238E27FC236}">
                <a16:creationId xmlns:a16="http://schemas.microsoft.com/office/drawing/2014/main" id="{D9E1406F-099D-4080-9BD6-E2269292F526}"/>
              </a:ext>
            </a:extLst>
          </p:cNvPr>
          <p:cNvSpPr>
            <a:spLocks noGrp="1"/>
          </p:cNvSpPr>
          <p:nvPr>
            <p:ph type="body" sz="quarter" idx="34" hasCustomPrompt="1"/>
          </p:nvPr>
        </p:nvSpPr>
        <p:spPr>
          <a:xfrm>
            <a:off x="8869116" y="2132039"/>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2" name="Textplatzhalter 25">
            <a:extLst>
              <a:ext uri="{FF2B5EF4-FFF2-40B4-BE49-F238E27FC236}">
                <a16:creationId xmlns:a16="http://schemas.microsoft.com/office/drawing/2014/main" id="{61FAEF35-8F55-44CF-AB15-EE4AC5B9E8B0}"/>
              </a:ext>
            </a:extLst>
          </p:cNvPr>
          <p:cNvSpPr>
            <a:spLocks noGrp="1"/>
          </p:cNvSpPr>
          <p:nvPr>
            <p:ph type="body" sz="quarter" idx="35" hasCustomPrompt="1"/>
          </p:nvPr>
        </p:nvSpPr>
        <p:spPr>
          <a:xfrm>
            <a:off x="3287008" y="2908331"/>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4" name="Textplatzhalter 25">
            <a:extLst>
              <a:ext uri="{FF2B5EF4-FFF2-40B4-BE49-F238E27FC236}">
                <a16:creationId xmlns:a16="http://schemas.microsoft.com/office/drawing/2014/main" id="{1DF7FEA9-8704-46FA-B838-4551B6C8390E}"/>
              </a:ext>
            </a:extLst>
          </p:cNvPr>
          <p:cNvSpPr>
            <a:spLocks noGrp="1"/>
          </p:cNvSpPr>
          <p:nvPr>
            <p:ph type="body" sz="quarter" idx="37" hasCustomPrompt="1"/>
          </p:nvPr>
        </p:nvSpPr>
        <p:spPr>
          <a:xfrm>
            <a:off x="1285177" y="2905904"/>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5" name="Textplatzhalter 25">
            <a:extLst>
              <a:ext uri="{FF2B5EF4-FFF2-40B4-BE49-F238E27FC236}">
                <a16:creationId xmlns:a16="http://schemas.microsoft.com/office/drawing/2014/main" id="{B09C3D73-3A15-4854-8C01-53876470CB6F}"/>
              </a:ext>
            </a:extLst>
          </p:cNvPr>
          <p:cNvSpPr>
            <a:spLocks noGrp="1"/>
          </p:cNvSpPr>
          <p:nvPr>
            <p:ph type="body" sz="quarter" idx="38" hasCustomPrompt="1"/>
          </p:nvPr>
        </p:nvSpPr>
        <p:spPr>
          <a:xfrm>
            <a:off x="8869116" y="2905904"/>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6" name="Textplatzhalter 25">
            <a:extLst>
              <a:ext uri="{FF2B5EF4-FFF2-40B4-BE49-F238E27FC236}">
                <a16:creationId xmlns:a16="http://schemas.microsoft.com/office/drawing/2014/main" id="{F7053013-61A1-4400-8D6C-9EACCD9F38E8}"/>
              </a:ext>
            </a:extLst>
          </p:cNvPr>
          <p:cNvSpPr>
            <a:spLocks noGrp="1"/>
          </p:cNvSpPr>
          <p:nvPr>
            <p:ph type="body" sz="quarter" idx="39" hasCustomPrompt="1"/>
          </p:nvPr>
        </p:nvSpPr>
        <p:spPr>
          <a:xfrm>
            <a:off x="3287008" y="3680750"/>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8" name="Textplatzhalter 25">
            <a:extLst>
              <a:ext uri="{FF2B5EF4-FFF2-40B4-BE49-F238E27FC236}">
                <a16:creationId xmlns:a16="http://schemas.microsoft.com/office/drawing/2014/main" id="{7771CB07-3187-4C0B-9D16-6BABB31C8358}"/>
              </a:ext>
            </a:extLst>
          </p:cNvPr>
          <p:cNvSpPr>
            <a:spLocks noGrp="1"/>
          </p:cNvSpPr>
          <p:nvPr>
            <p:ph type="body" sz="quarter" idx="41" hasCustomPrompt="1"/>
          </p:nvPr>
        </p:nvSpPr>
        <p:spPr>
          <a:xfrm>
            <a:off x="1287160" y="3678323"/>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9" name="Textplatzhalter 25">
            <a:extLst>
              <a:ext uri="{FF2B5EF4-FFF2-40B4-BE49-F238E27FC236}">
                <a16:creationId xmlns:a16="http://schemas.microsoft.com/office/drawing/2014/main" id="{D95A9B91-8D38-4647-B8FC-6B66188F46FA}"/>
              </a:ext>
            </a:extLst>
          </p:cNvPr>
          <p:cNvSpPr>
            <a:spLocks noGrp="1"/>
          </p:cNvSpPr>
          <p:nvPr>
            <p:ph type="body" sz="quarter" idx="42" hasCustomPrompt="1"/>
          </p:nvPr>
        </p:nvSpPr>
        <p:spPr>
          <a:xfrm>
            <a:off x="8869116" y="3678323"/>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0" name="Textplatzhalter 25">
            <a:extLst>
              <a:ext uri="{FF2B5EF4-FFF2-40B4-BE49-F238E27FC236}">
                <a16:creationId xmlns:a16="http://schemas.microsoft.com/office/drawing/2014/main" id="{7E05B521-932B-48EE-B2EC-D18248B754C5}"/>
              </a:ext>
            </a:extLst>
          </p:cNvPr>
          <p:cNvSpPr>
            <a:spLocks noGrp="1"/>
          </p:cNvSpPr>
          <p:nvPr>
            <p:ph type="body" sz="quarter" idx="43" hasCustomPrompt="1"/>
          </p:nvPr>
        </p:nvSpPr>
        <p:spPr>
          <a:xfrm>
            <a:off x="3287008" y="4447981"/>
            <a:ext cx="5271411"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52" name="Textplatzhalter 25">
            <a:extLst>
              <a:ext uri="{FF2B5EF4-FFF2-40B4-BE49-F238E27FC236}">
                <a16:creationId xmlns:a16="http://schemas.microsoft.com/office/drawing/2014/main" id="{BE7C0B7D-F846-472C-A834-C85B9725D1C8}"/>
              </a:ext>
            </a:extLst>
          </p:cNvPr>
          <p:cNvSpPr>
            <a:spLocks noGrp="1"/>
          </p:cNvSpPr>
          <p:nvPr>
            <p:ph type="body" sz="quarter" idx="45" hasCustomPrompt="1"/>
          </p:nvPr>
        </p:nvSpPr>
        <p:spPr>
          <a:xfrm>
            <a:off x="1287160" y="4445554"/>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53" name="Textplatzhalter 25">
            <a:extLst>
              <a:ext uri="{FF2B5EF4-FFF2-40B4-BE49-F238E27FC236}">
                <a16:creationId xmlns:a16="http://schemas.microsoft.com/office/drawing/2014/main" id="{19FF051D-E554-4661-856B-D2155C3BA4F4}"/>
              </a:ext>
            </a:extLst>
          </p:cNvPr>
          <p:cNvSpPr>
            <a:spLocks noGrp="1"/>
          </p:cNvSpPr>
          <p:nvPr>
            <p:ph type="body" sz="quarter" idx="46" hasCustomPrompt="1"/>
          </p:nvPr>
        </p:nvSpPr>
        <p:spPr>
          <a:xfrm>
            <a:off x="8869116" y="4445554"/>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4" name="Textplatzhalter 25">
            <a:extLst>
              <a:ext uri="{FF2B5EF4-FFF2-40B4-BE49-F238E27FC236}">
                <a16:creationId xmlns:a16="http://schemas.microsoft.com/office/drawing/2014/main" id="{0E365A01-044E-421A-B98F-B3D5674B694B}"/>
              </a:ext>
            </a:extLst>
          </p:cNvPr>
          <p:cNvSpPr>
            <a:spLocks noGrp="1"/>
          </p:cNvSpPr>
          <p:nvPr>
            <p:ph type="body" sz="quarter" idx="47" hasCustomPrompt="1"/>
          </p:nvPr>
        </p:nvSpPr>
        <p:spPr>
          <a:xfrm>
            <a:off x="3287008" y="5219857"/>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56" name="Textplatzhalter 25">
            <a:extLst>
              <a:ext uri="{FF2B5EF4-FFF2-40B4-BE49-F238E27FC236}">
                <a16:creationId xmlns:a16="http://schemas.microsoft.com/office/drawing/2014/main" id="{8CA345F4-D1B2-4E15-B338-4A3E54E0E463}"/>
              </a:ext>
            </a:extLst>
          </p:cNvPr>
          <p:cNvSpPr>
            <a:spLocks noGrp="1"/>
          </p:cNvSpPr>
          <p:nvPr>
            <p:ph type="body" sz="quarter" idx="49" hasCustomPrompt="1"/>
          </p:nvPr>
        </p:nvSpPr>
        <p:spPr>
          <a:xfrm>
            <a:off x="1287160" y="5217430"/>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57" name="Textplatzhalter 25">
            <a:extLst>
              <a:ext uri="{FF2B5EF4-FFF2-40B4-BE49-F238E27FC236}">
                <a16:creationId xmlns:a16="http://schemas.microsoft.com/office/drawing/2014/main" id="{B1CF7080-3B75-4E6A-914B-1B89E6042E5A}"/>
              </a:ext>
            </a:extLst>
          </p:cNvPr>
          <p:cNvSpPr>
            <a:spLocks noGrp="1"/>
          </p:cNvSpPr>
          <p:nvPr>
            <p:ph type="body" sz="quarter" idx="50" hasCustomPrompt="1"/>
          </p:nvPr>
        </p:nvSpPr>
        <p:spPr>
          <a:xfrm>
            <a:off x="8869116" y="5217430"/>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71" name="Textfeld 70">
            <a:extLst>
              <a:ext uri="{FF2B5EF4-FFF2-40B4-BE49-F238E27FC236}">
                <a16:creationId xmlns:a16="http://schemas.microsoft.com/office/drawing/2014/main" id="{7844F541-8E15-49E3-8F19-7884A93D55E8}"/>
              </a:ext>
            </a:extLst>
          </p:cNvPr>
          <p:cNvSpPr txBox="1"/>
          <p:nvPr userDrawn="1"/>
        </p:nvSpPr>
        <p:spPr>
          <a:xfrm>
            <a:off x="407894" y="2003167"/>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01</a:t>
            </a:r>
          </a:p>
        </p:txBody>
      </p:sp>
      <p:sp>
        <p:nvSpPr>
          <p:cNvPr id="75" name="Textfeld 74">
            <a:extLst>
              <a:ext uri="{FF2B5EF4-FFF2-40B4-BE49-F238E27FC236}">
                <a16:creationId xmlns:a16="http://schemas.microsoft.com/office/drawing/2014/main" id="{595FFDEB-95BA-4BF0-8D12-EF0E6BC41E70}"/>
              </a:ext>
            </a:extLst>
          </p:cNvPr>
          <p:cNvSpPr txBox="1"/>
          <p:nvPr userDrawn="1"/>
        </p:nvSpPr>
        <p:spPr>
          <a:xfrm>
            <a:off x="407894" y="2768905"/>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02</a:t>
            </a:r>
          </a:p>
        </p:txBody>
      </p:sp>
      <p:sp>
        <p:nvSpPr>
          <p:cNvPr id="79" name="Textfeld 78">
            <a:extLst>
              <a:ext uri="{FF2B5EF4-FFF2-40B4-BE49-F238E27FC236}">
                <a16:creationId xmlns:a16="http://schemas.microsoft.com/office/drawing/2014/main" id="{406338BE-B326-4197-A274-59E9E1F02254}"/>
              </a:ext>
            </a:extLst>
          </p:cNvPr>
          <p:cNvSpPr txBox="1"/>
          <p:nvPr userDrawn="1"/>
        </p:nvSpPr>
        <p:spPr>
          <a:xfrm>
            <a:off x="407894" y="3549306"/>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03</a:t>
            </a:r>
          </a:p>
        </p:txBody>
      </p:sp>
      <p:sp>
        <p:nvSpPr>
          <p:cNvPr id="81" name="Textfeld 80">
            <a:extLst>
              <a:ext uri="{FF2B5EF4-FFF2-40B4-BE49-F238E27FC236}">
                <a16:creationId xmlns:a16="http://schemas.microsoft.com/office/drawing/2014/main" id="{8AE45D28-2B9D-4E3C-8722-B65F0E46C8CB}"/>
              </a:ext>
            </a:extLst>
          </p:cNvPr>
          <p:cNvSpPr txBox="1"/>
          <p:nvPr userDrawn="1"/>
        </p:nvSpPr>
        <p:spPr>
          <a:xfrm>
            <a:off x="407894" y="4313333"/>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04</a:t>
            </a:r>
          </a:p>
        </p:txBody>
      </p:sp>
      <p:sp>
        <p:nvSpPr>
          <p:cNvPr id="83" name="Textfeld 82">
            <a:extLst>
              <a:ext uri="{FF2B5EF4-FFF2-40B4-BE49-F238E27FC236}">
                <a16:creationId xmlns:a16="http://schemas.microsoft.com/office/drawing/2014/main" id="{1F9683EB-D8AC-4FF6-8EB5-8354AF29ADA5}"/>
              </a:ext>
            </a:extLst>
          </p:cNvPr>
          <p:cNvSpPr txBox="1"/>
          <p:nvPr userDrawn="1"/>
        </p:nvSpPr>
        <p:spPr>
          <a:xfrm>
            <a:off x="407894" y="5084031"/>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05</a:t>
            </a:r>
          </a:p>
        </p:txBody>
      </p:sp>
      <p:sp>
        <p:nvSpPr>
          <p:cNvPr id="2" name="Fußzeilenplatzhalter 1">
            <a:extLst>
              <a:ext uri="{FF2B5EF4-FFF2-40B4-BE49-F238E27FC236}">
                <a16:creationId xmlns:a16="http://schemas.microsoft.com/office/drawing/2014/main" id="{AEB408A8-F51C-E72F-EF0D-B80FC4951930}"/>
              </a:ext>
            </a:extLst>
          </p:cNvPr>
          <p:cNvSpPr>
            <a:spLocks noGrp="1"/>
          </p:cNvSpPr>
          <p:nvPr>
            <p:ph type="ftr" sz="quarter" idx="51"/>
          </p:nvPr>
        </p:nvSpPr>
        <p:spPr/>
        <p:txBody>
          <a:bodyPr/>
          <a:lstStyle/>
          <a:p>
            <a:r>
              <a:rPr lang="de-DE"/>
              <a:t>- Präsentationstitel -</a:t>
            </a:r>
          </a:p>
        </p:txBody>
      </p:sp>
      <p:sp>
        <p:nvSpPr>
          <p:cNvPr id="4" name="Textfeld 3">
            <a:extLst>
              <a:ext uri="{FF2B5EF4-FFF2-40B4-BE49-F238E27FC236}">
                <a16:creationId xmlns:a16="http://schemas.microsoft.com/office/drawing/2014/main" id="{AB073BEA-4CA6-20BB-431C-23D7FC4F06AF}"/>
              </a:ext>
            </a:extLst>
          </p:cNvPr>
          <p:cNvSpPr txBox="1"/>
          <p:nvPr userDrawn="1"/>
        </p:nvSpPr>
        <p:spPr>
          <a:xfrm>
            <a:off x="515938" y="281025"/>
            <a:ext cx="2422526" cy="523220"/>
          </a:xfrm>
          <a:prstGeom prst="rect">
            <a:avLst/>
          </a:prstGeom>
          <a:noFill/>
        </p:spPr>
        <p:txBody>
          <a:bodyPr wrap="square" lIns="0"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Agenda</a:t>
            </a:r>
            <a:endParaRPr lang="de-DE" sz="24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49581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06)">
    <p:spTree>
      <p:nvGrpSpPr>
        <p:cNvPr id="1" name=""/>
        <p:cNvGrpSpPr/>
        <p:nvPr/>
      </p:nvGrpSpPr>
      <p:grpSpPr>
        <a:xfrm>
          <a:off x="0" y="0"/>
          <a:ext cx="0" cy="0"/>
          <a:chOff x="0" y="0"/>
          <a:chExt cx="0" cy="0"/>
        </a:xfrm>
      </p:grpSpPr>
      <p:sp>
        <p:nvSpPr>
          <p:cNvPr id="8" name="Textplatzhalter 25">
            <a:extLst>
              <a:ext uri="{FF2B5EF4-FFF2-40B4-BE49-F238E27FC236}">
                <a16:creationId xmlns:a16="http://schemas.microsoft.com/office/drawing/2014/main" id="{BC9C7667-FD21-49D1-81EE-B97FE47494F7}"/>
              </a:ext>
            </a:extLst>
          </p:cNvPr>
          <p:cNvSpPr>
            <a:spLocks noGrp="1"/>
          </p:cNvSpPr>
          <p:nvPr>
            <p:ph type="body" sz="quarter" idx="13" hasCustomPrompt="1"/>
          </p:nvPr>
        </p:nvSpPr>
        <p:spPr>
          <a:xfrm>
            <a:off x="3295973" y="1761662"/>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22" name="Textplatzhalter 25">
            <a:extLst>
              <a:ext uri="{FF2B5EF4-FFF2-40B4-BE49-F238E27FC236}">
                <a16:creationId xmlns:a16="http://schemas.microsoft.com/office/drawing/2014/main" id="{0F6D7BA5-2EF2-4817-A21D-5C1FEF9978F3}"/>
              </a:ext>
            </a:extLst>
          </p:cNvPr>
          <p:cNvSpPr>
            <a:spLocks noGrp="1"/>
          </p:cNvSpPr>
          <p:nvPr>
            <p:ph type="body" sz="quarter" idx="27" hasCustomPrompt="1"/>
          </p:nvPr>
        </p:nvSpPr>
        <p:spPr>
          <a:xfrm>
            <a:off x="1296124" y="1759235"/>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29" name="Textplatzhalter 25">
            <a:extLst>
              <a:ext uri="{FF2B5EF4-FFF2-40B4-BE49-F238E27FC236}">
                <a16:creationId xmlns:a16="http://schemas.microsoft.com/office/drawing/2014/main" id="{D9E1406F-099D-4080-9BD6-E2269292F526}"/>
              </a:ext>
            </a:extLst>
          </p:cNvPr>
          <p:cNvSpPr>
            <a:spLocks noGrp="1"/>
          </p:cNvSpPr>
          <p:nvPr>
            <p:ph type="body" sz="quarter" idx="34" hasCustomPrompt="1"/>
          </p:nvPr>
        </p:nvSpPr>
        <p:spPr>
          <a:xfrm>
            <a:off x="8878081" y="1759235"/>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2" name="Textplatzhalter 25">
            <a:extLst>
              <a:ext uri="{FF2B5EF4-FFF2-40B4-BE49-F238E27FC236}">
                <a16:creationId xmlns:a16="http://schemas.microsoft.com/office/drawing/2014/main" id="{61FAEF35-8F55-44CF-AB15-EE4AC5B9E8B0}"/>
              </a:ext>
            </a:extLst>
          </p:cNvPr>
          <p:cNvSpPr>
            <a:spLocks noGrp="1"/>
          </p:cNvSpPr>
          <p:nvPr>
            <p:ph type="body" sz="quarter" idx="35" hasCustomPrompt="1"/>
          </p:nvPr>
        </p:nvSpPr>
        <p:spPr>
          <a:xfrm>
            <a:off x="3295973" y="2535527"/>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4" name="Textplatzhalter 25">
            <a:extLst>
              <a:ext uri="{FF2B5EF4-FFF2-40B4-BE49-F238E27FC236}">
                <a16:creationId xmlns:a16="http://schemas.microsoft.com/office/drawing/2014/main" id="{1DF7FEA9-8704-46FA-B838-4551B6C8390E}"/>
              </a:ext>
            </a:extLst>
          </p:cNvPr>
          <p:cNvSpPr>
            <a:spLocks noGrp="1"/>
          </p:cNvSpPr>
          <p:nvPr>
            <p:ph type="body" sz="quarter" idx="37" hasCustomPrompt="1"/>
          </p:nvPr>
        </p:nvSpPr>
        <p:spPr>
          <a:xfrm>
            <a:off x="1294142" y="2533100"/>
            <a:ext cx="1695099"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5" name="Textplatzhalter 25">
            <a:extLst>
              <a:ext uri="{FF2B5EF4-FFF2-40B4-BE49-F238E27FC236}">
                <a16:creationId xmlns:a16="http://schemas.microsoft.com/office/drawing/2014/main" id="{B09C3D73-3A15-4854-8C01-53876470CB6F}"/>
              </a:ext>
            </a:extLst>
          </p:cNvPr>
          <p:cNvSpPr>
            <a:spLocks noGrp="1"/>
          </p:cNvSpPr>
          <p:nvPr>
            <p:ph type="body" sz="quarter" idx="38" hasCustomPrompt="1"/>
          </p:nvPr>
        </p:nvSpPr>
        <p:spPr>
          <a:xfrm>
            <a:off x="8878081" y="2533100"/>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46" name="Textplatzhalter 25">
            <a:extLst>
              <a:ext uri="{FF2B5EF4-FFF2-40B4-BE49-F238E27FC236}">
                <a16:creationId xmlns:a16="http://schemas.microsoft.com/office/drawing/2014/main" id="{F7053013-61A1-4400-8D6C-9EACCD9F38E8}"/>
              </a:ext>
            </a:extLst>
          </p:cNvPr>
          <p:cNvSpPr>
            <a:spLocks noGrp="1"/>
          </p:cNvSpPr>
          <p:nvPr>
            <p:ph type="body" sz="quarter" idx="39" hasCustomPrompt="1"/>
          </p:nvPr>
        </p:nvSpPr>
        <p:spPr>
          <a:xfrm>
            <a:off x="3295973" y="3307946"/>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48" name="Textplatzhalter 25">
            <a:extLst>
              <a:ext uri="{FF2B5EF4-FFF2-40B4-BE49-F238E27FC236}">
                <a16:creationId xmlns:a16="http://schemas.microsoft.com/office/drawing/2014/main" id="{7771CB07-3187-4C0B-9D16-6BABB31C8358}"/>
              </a:ext>
            </a:extLst>
          </p:cNvPr>
          <p:cNvSpPr>
            <a:spLocks noGrp="1"/>
          </p:cNvSpPr>
          <p:nvPr>
            <p:ph type="body" sz="quarter" idx="41" hasCustomPrompt="1"/>
          </p:nvPr>
        </p:nvSpPr>
        <p:spPr>
          <a:xfrm>
            <a:off x="1296125" y="3305519"/>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49" name="Textplatzhalter 25">
            <a:extLst>
              <a:ext uri="{FF2B5EF4-FFF2-40B4-BE49-F238E27FC236}">
                <a16:creationId xmlns:a16="http://schemas.microsoft.com/office/drawing/2014/main" id="{D95A9B91-8D38-4647-B8FC-6B66188F46FA}"/>
              </a:ext>
            </a:extLst>
          </p:cNvPr>
          <p:cNvSpPr>
            <a:spLocks noGrp="1"/>
          </p:cNvSpPr>
          <p:nvPr>
            <p:ph type="body" sz="quarter" idx="42" hasCustomPrompt="1"/>
          </p:nvPr>
        </p:nvSpPr>
        <p:spPr>
          <a:xfrm>
            <a:off x="8878081" y="3305519"/>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0" name="Textplatzhalter 25">
            <a:extLst>
              <a:ext uri="{FF2B5EF4-FFF2-40B4-BE49-F238E27FC236}">
                <a16:creationId xmlns:a16="http://schemas.microsoft.com/office/drawing/2014/main" id="{7E05B521-932B-48EE-B2EC-D18248B754C5}"/>
              </a:ext>
            </a:extLst>
          </p:cNvPr>
          <p:cNvSpPr>
            <a:spLocks noGrp="1"/>
          </p:cNvSpPr>
          <p:nvPr>
            <p:ph type="body" sz="quarter" idx="43" hasCustomPrompt="1"/>
          </p:nvPr>
        </p:nvSpPr>
        <p:spPr>
          <a:xfrm>
            <a:off x="3295973" y="4075177"/>
            <a:ext cx="5271411"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52" name="Textplatzhalter 25">
            <a:extLst>
              <a:ext uri="{FF2B5EF4-FFF2-40B4-BE49-F238E27FC236}">
                <a16:creationId xmlns:a16="http://schemas.microsoft.com/office/drawing/2014/main" id="{BE7C0B7D-F846-472C-A834-C85B9725D1C8}"/>
              </a:ext>
            </a:extLst>
          </p:cNvPr>
          <p:cNvSpPr>
            <a:spLocks noGrp="1"/>
          </p:cNvSpPr>
          <p:nvPr>
            <p:ph type="body" sz="quarter" idx="45" hasCustomPrompt="1"/>
          </p:nvPr>
        </p:nvSpPr>
        <p:spPr>
          <a:xfrm>
            <a:off x="1296125" y="4072750"/>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53" name="Textplatzhalter 25">
            <a:extLst>
              <a:ext uri="{FF2B5EF4-FFF2-40B4-BE49-F238E27FC236}">
                <a16:creationId xmlns:a16="http://schemas.microsoft.com/office/drawing/2014/main" id="{19FF051D-E554-4661-856B-D2155C3BA4F4}"/>
              </a:ext>
            </a:extLst>
          </p:cNvPr>
          <p:cNvSpPr>
            <a:spLocks noGrp="1"/>
          </p:cNvSpPr>
          <p:nvPr>
            <p:ph type="body" sz="quarter" idx="46" hasCustomPrompt="1"/>
          </p:nvPr>
        </p:nvSpPr>
        <p:spPr>
          <a:xfrm>
            <a:off x="8878081" y="4072750"/>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4" name="Textplatzhalter 25">
            <a:extLst>
              <a:ext uri="{FF2B5EF4-FFF2-40B4-BE49-F238E27FC236}">
                <a16:creationId xmlns:a16="http://schemas.microsoft.com/office/drawing/2014/main" id="{0E365A01-044E-421A-B98F-B3D5674B694B}"/>
              </a:ext>
            </a:extLst>
          </p:cNvPr>
          <p:cNvSpPr>
            <a:spLocks noGrp="1"/>
          </p:cNvSpPr>
          <p:nvPr>
            <p:ph type="body" sz="quarter" idx="47" hasCustomPrompt="1"/>
          </p:nvPr>
        </p:nvSpPr>
        <p:spPr>
          <a:xfrm>
            <a:off x="3295973" y="4847053"/>
            <a:ext cx="5271412"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56" name="Textplatzhalter 25">
            <a:extLst>
              <a:ext uri="{FF2B5EF4-FFF2-40B4-BE49-F238E27FC236}">
                <a16:creationId xmlns:a16="http://schemas.microsoft.com/office/drawing/2014/main" id="{8CA345F4-D1B2-4E15-B338-4A3E54E0E463}"/>
              </a:ext>
            </a:extLst>
          </p:cNvPr>
          <p:cNvSpPr>
            <a:spLocks noGrp="1"/>
          </p:cNvSpPr>
          <p:nvPr>
            <p:ph type="body" sz="quarter" idx="49" hasCustomPrompt="1"/>
          </p:nvPr>
        </p:nvSpPr>
        <p:spPr>
          <a:xfrm>
            <a:off x="1296125" y="4844626"/>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57" name="Textplatzhalter 25">
            <a:extLst>
              <a:ext uri="{FF2B5EF4-FFF2-40B4-BE49-F238E27FC236}">
                <a16:creationId xmlns:a16="http://schemas.microsoft.com/office/drawing/2014/main" id="{B1CF7080-3B75-4E6A-914B-1B89E6042E5A}"/>
              </a:ext>
            </a:extLst>
          </p:cNvPr>
          <p:cNvSpPr>
            <a:spLocks noGrp="1"/>
          </p:cNvSpPr>
          <p:nvPr>
            <p:ph type="body" sz="quarter" idx="50" hasCustomPrompt="1"/>
          </p:nvPr>
        </p:nvSpPr>
        <p:spPr>
          <a:xfrm>
            <a:off x="8878081" y="4844626"/>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58" name="Textplatzhalter 25">
            <a:extLst>
              <a:ext uri="{FF2B5EF4-FFF2-40B4-BE49-F238E27FC236}">
                <a16:creationId xmlns:a16="http://schemas.microsoft.com/office/drawing/2014/main" id="{1E92EA7A-B896-490D-905B-5AA68B6FF676}"/>
              </a:ext>
            </a:extLst>
          </p:cNvPr>
          <p:cNvSpPr>
            <a:spLocks noGrp="1"/>
          </p:cNvSpPr>
          <p:nvPr>
            <p:ph type="body" sz="quarter" idx="51" hasCustomPrompt="1"/>
          </p:nvPr>
        </p:nvSpPr>
        <p:spPr>
          <a:xfrm>
            <a:off x="3295973" y="5623747"/>
            <a:ext cx="5271411"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err="1"/>
              <a:t>Agendapunkt</a:t>
            </a:r>
            <a:endParaRPr lang="de-DE"/>
          </a:p>
        </p:txBody>
      </p:sp>
      <p:sp>
        <p:nvSpPr>
          <p:cNvPr id="60" name="Textplatzhalter 25">
            <a:extLst>
              <a:ext uri="{FF2B5EF4-FFF2-40B4-BE49-F238E27FC236}">
                <a16:creationId xmlns:a16="http://schemas.microsoft.com/office/drawing/2014/main" id="{56C23491-9A91-40AA-A384-385AA23FC8C6}"/>
              </a:ext>
            </a:extLst>
          </p:cNvPr>
          <p:cNvSpPr>
            <a:spLocks noGrp="1"/>
          </p:cNvSpPr>
          <p:nvPr>
            <p:ph type="body" sz="quarter" idx="53" hasCustomPrompt="1"/>
          </p:nvPr>
        </p:nvSpPr>
        <p:spPr>
          <a:xfrm>
            <a:off x="1296125" y="5621320"/>
            <a:ext cx="1693116"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Uhrzeit</a:t>
            </a:r>
          </a:p>
        </p:txBody>
      </p:sp>
      <p:sp>
        <p:nvSpPr>
          <p:cNvPr id="61" name="Textplatzhalter 25">
            <a:extLst>
              <a:ext uri="{FF2B5EF4-FFF2-40B4-BE49-F238E27FC236}">
                <a16:creationId xmlns:a16="http://schemas.microsoft.com/office/drawing/2014/main" id="{84DC8DE2-1642-4FA2-AEB9-3B45CB6EAB1C}"/>
              </a:ext>
            </a:extLst>
          </p:cNvPr>
          <p:cNvSpPr>
            <a:spLocks noGrp="1"/>
          </p:cNvSpPr>
          <p:nvPr>
            <p:ph type="body" sz="quarter" idx="54" hasCustomPrompt="1"/>
          </p:nvPr>
        </p:nvSpPr>
        <p:spPr>
          <a:xfrm>
            <a:off x="8878081" y="5621320"/>
            <a:ext cx="2024154" cy="360362"/>
          </a:xfrm>
          <a:prstGeom prst="rect">
            <a:avLst/>
          </a:prstGeom>
        </p:spPr>
        <p:txBody>
          <a:bodyPr anchor="b">
            <a:noAutofit/>
          </a:bodyPr>
          <a:lstStyle>
            <a:lvl1pPr marL="0" indent="0">
              <a:buNone/>
              <a:defRPr sz="1800">
                <a:latin typeface="Tahoma" panose="020B0604030504040204" pitchFamily="34" charset="0"/>
                <a:ea typeface="Tahoma" panose="020B0604030504040204" pitchFamily="34" charset="0"/>
                <a:cs typeface="Tahoma" panose="020B0604030504040204" pitchFamily="34" charset="0"/>
              </a:defRPr>
            </a:lvl1pPr>
          </a:lstStyle>
          <a:p>
            <a:pPr lvl="0"/>
            <a:r>
              <a:rPr lang="de-DE"/>
              <a:t>Person</a:t>
            </a:r>
          </a:p>
        </p:txBody>
      </p:sp>
      <p:sp>
        <p:nvSpPr>
          <p:cNvPr id="71" name="Textfeld 70">
            <a:extLst>
              <a:ext uri="{FF2B5EF4-FFF2-40B4-BE49-F238E27FC236}">
                <a16:creationId xmlns:a16="http://schemas.microsoft.com/office/drawing/2014/main" id="{7844F541-8E15-49E3-8F19-7884A93D55E8}"/>
              </a:ext>
            </a:extLst>
          </p:cNvPr>
          <p:cNvSpPr txBox="1"/>
          <p:nvPr userDrawn="1"/>
        </p:nvSpPr>
        <p:spPr>
          <a:xfrm>
            <a:off x="416859" y="1630363"/>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01</a:t>
            </a:r>
          </a:p>
        </p:txBody>
      </p:sp>
      <p:sp>
        <p:nvSpPr>
          <p:cNvPr id="75" name="Textfeld 74">
            <a:extLst>
              <a:ext uri="{FF2B5EF4-FFF2-40B4-BE49-F238E27FC236}">
                <a16:creationId xmlns:a16="http://schemas.microsoft.com/office/drawing/2014/main" id="{595FFDEB-95BA-4BF0-8D12-EF0E6BC41E70}"/>
              </a:ext>
            </a:extLst>
          </p:cNvPr>
          <p:cNvSpPr txBox="1"/>
          <p:nvPr userDrawn="1"/>
        </p:nvSpPr>
        <p:spPr>
          <a:xfrm>
            <a:off x="416859" y="2396101"/>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02</a:t>
            </a:r>
          </a:p>
        </p:txBody>
      </p:sp>
      <p:sp>
        <p:nvSpPr>
          <p:cNvPr id="79" name="Textfeld 78">
            <a:extLst>
              <a:ext uri="{FF2B5EF4-FFF2-40B4-BE49-F238E27FC236}">
                <a16:creationId xmlns:a16="http://schemas.microsoft.com/office/drawing/2014/main" id="{406338BE-B326-4197-A274-59E9E1F02254}"/>
              </a:ext>
            </a:extLst>
          </p:cNvPr>
          <p:cNvSpPr txBox="1"/>
          <p:nvPr userDrawn="1"/>
        </p:nvSpPr>
        <p:spPr>
          <a:xfrm>
            <a:off x="416859" y="3176502"/>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03</a:t>
            </a:r>
          </a:p>
        </p:txBody>
      </p:sp>
      <p:sp>
        <p:nvSpPr>
          <p:cNvPr id="81" name="Textfeld 80">
            <a:extLst>
              <a:ext uri="{FF2B5EF4-FFF2-40B4-BE49-F238E27FC236}">
                <a16:creationId xmlns:a16="http://schemas.microsoft.com/office/drawing/2014/main" id="{8AE45D28-2B9D-4E3C-8722-B65F0E46C8CB}"/>
              </a:ext>
            </a:extLst>
          </p:cNvPr>
          <p:cNvSpPr txBox="1"/>
          <p:nvPr userDrawn="1"/>
        </p:nvSpPr>
        <p:spPr>
          <a:xfrm>
            <a:off x="416859" y="3940529"/>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04</a:t>
            </a:r>
          </a:p>
        </p:txBody>
      </p:sp>
      <p:sp>
        <p:nvSpPr>
          <p:cNvPr id="83" name="Textfeld 82">
            <a:extLst>
              <a:ext uri="{FF2B5EF4-FFF2-40B4-BE49-F238E27FC236}">
                <a16:creationId xmlns:a16="http://schemas.microsoft.com/office/drawing/2014/main" id="{1F9683EB-D8AC-4FF6-8EB5-8354AF29ADA5}"/>
              </a:ext>
            </a:extLst>
          </p:cNvPr>
          <p:cNvSpPr txBox="1"/>
          <p:nvPr userDrawn="1"/>
        </p:nvSpPr>
        <p:spPr>
          <a:xfrm>
            <a:off x="416859" y="4711227"/>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05</a:t>
            </a:r>
          </a:p>
        </p:txBody>
      </p:sp>
      <p:sp>
        <p:nvSpPr>
          <p:cNvPr id="85" name="Textfeld 84">
            <a:extLst>
              <a:ext uri="{FF2B5EF4-FFF2-40B4-BE49-F238E27FC236}">
                <a16:creationId xmlns:a16="http://schemas.microsoft.com/office/drawing/2014/main" id="{8576E42C-565B-4536-A4FB-CBFA98C81E62}"/>
              </a:ext>
            </a:extLst>
          </p:cNvPr>
          <p:cNvSpPr txBox="1"/>
          <p:nvPr userDrawn="1"/>
        </p:nvSpPr>
        <p:spPr>
          <a:xfrm>
            <a:off x="416859" y="5490661"/>
            <a:ext cx="707366" cy="523220"/>
          </a:xfrm>
          <a:prstGeom prst="rect">
            <a:avLst/>
          </a:prstGeom>
          <a:noFill/>
        </p:spPr>
        <p:txBody>
          <a:bodyPr wrap="square" rtlCol="0">
            <a:spAutoFit/>
          </a:bodyPr>
          <a:lstStyle/>
          <a:p>
            <a:r>
              <a:rPr lang="de-DE" sz="2800">
                <a:solidFill>
                  <a:srgbClr val="003F63"/>
                </a:solidFill>
                <a:latin typeface="Tahoma" panose="020B0604030504040204" pitchFamily="34" charset="0"/>
                <a:ea typeface="Tahoma" panose="020B0604030504040204" pitchFamily="34" charset="0"/>
                <a:cs typeface="Tahoma" panose="020B0604030504040204" pitchFamily="34" charset="0"/>
              </a:rPr>
              <a:t>06</a:t>
            </a:r>
          </a:p>
        </p:txBody>
      </p:sp>
      <p:sp>
        <p:nvSpPr>
          <p:cNvPr id="2" name="Fußzeilenplatzhalter 1">
            <a:extLst>
              <a:ext uri="{FF2B5EF4-FFF2-40B4-BE49-F238E27FC236}">
                <a16:creationId xmlns:a16="http://schemas.microsoft.com/office/drawing/2014/main" id="{AF1B2235-740F-E302-64A3-695706A6ABCE}"/>
              </a:ext>
            </a:extLst>
          </p:cNvPr>
          <p:cNvSpPr>
            <a:spLocks noGrp="1"/>
          </p:cNvSpPr>
          <p:nvPr>
            <p:ph type="ftr" sz="quarter" idx="55"/>
          </p:nvPr>
        </p:nvSpPr>
        <p:spPr/>
        <p:txBody>
          <a:bodyPr/>
          <a:lstStyle/>
          <a:p>
            <a:r>
              <a:rPr lang="de-DE"/>
              <a:t>- Präsentationstitel -</a:t>
            </a:r>
          </a:p>
        </p:txBody>
      </p:sp>
      <p:sp>
        <p:nvSpPr>
          <p:cNvPr id="4" name="Textfeld 3">
            <a:extLst>
              <a:ext uri="{FF2B5EF4-FFF2-40B4-BE49-F238E27FC236}">
                <a16:creationId xmlns:a16="http://schemas.microsoft.com/office/drawing/2014/main" id="{0E351A7D-3EE6-E4EE-1181-B15B45D7F379}"/>
              </a:ext>
            </a:extLst>
          </p:cNvPr>
          <p:cNvSpPr txBox="1"/>
          <p:nvPr userDrawn="1"/>
        </p:nvSpPr>
        <p:spPr>
          <a:xfrm>
            <a:off x="515938" y="281025"/>
            <a:ext cx="2422526" cy="523220"/>
          </a:xfrm>
          <a:prstGeom prst="rect">
            <a:avLst/>
          </a:prstGeom>
          <a:noFill/>
        </p:spPr>
        <p:txBody>
          <a:bodyPr wrap="square" lIns="0" rtlCol="0">
            <a:spAutoFit/>
          </a:bodyPr>
          <a:lstStyle/>
          <a:p>
            <a:r>
              <a:rPr lang="de-DE" sz="2800">
                <a:solidFill>
                  <a:schemeClr val="tx1"/>
                </a:solidFill>
                <a:latin typeface="Tahoma" panose="020B0604030504040204" pitchFamily="34" charset="0"/>
                <a:ea typeface="Tahoma" panose="020B0604030504040204" pitchFamily="34" charset="0"/>
                <a:cs typeface="Tahoma" panose="020B0604030504040204" pitchFamily="34" charset="0"/>
              </a:rPr>
              <a:t>Agenda</a:t>
            </a:r>
            <a:endParaRPr lang="de-DE" sz="24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07084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nfacher Inhalt">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A6E0056F-4324-4C09-9375-AA93E78E659A}"/>
              </a:ext>
            </a:extLst>
          </p:cNvPr>
          <p:cNvSpPr>
            <a:spLocks noGrp="1"/>
          </p:cNvSpPr>
          <p:nvPr>
            <p:ph type="body" sz="quarter" idx="12"/>
          </p:nvPr>
        </p:nvSpPr>
        <p:spPr>
          <a:xfrm>
            <a:off x="515937" y="1376363"/>
            <a:ext cx="11160125" cy="4932362"/>
          </a:xfrm>
        </p:spPr>
        <p:txBody>
          <a:bodyPr tIns="0">
            <a:normAutofit/>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Fußzeilenplatzhalter 1">
            <a:extLst>
              <a:ext uri="{FF2B5EF4-FFF2-40B4-BE49-F238E27FC236}">
                <a16:creationId xmlns:a16="http://schemas.microsoft.com/office/drawing/2014/main" id="{A2871D79-AB5C-2A31-DD31-F124D080ABC4}"/>
              </a:ext>
            </a:extLst>
          </p:cNvPr>
          <p:cNvSpPr>
            <a:spLocks noGrp="1"/>
          </p:cNvSpPr>
          <p:nvPr>
            <p:ph type="ftr" sz="quarter" idx="13"/>
          </p:nvPr>
        </p:nvSpPr>
        <p:spPr/>
        <p:txBody>
          <a:bodyPr/>
          <a:lstStyle/>
          <a:p>
            <a:r>
              <a:rPr lang="de-DE"/>
              <a:t>- Präsentationstitel -</a:t>
            </a:r>
          </a:p>
        </p:txBody>
      </p:sp>
      <p:sp>
        <p:nvSpPr>
          <p:cNvPr id="3" name="Titel 2">
            <a:extLst>
              <a:ext uri="{FF2B5EF4-FFF2-40B4-BE49-F238E27FC236}">
                <a16:creationId xmlns:a16="http://schemas.microsoft.com/office/drawing/2014/main" id="{BC1C4CD3-CE6D-CDF2-0603-C3EDBAD6B3DC}"/>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695807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ppelter Inhalt">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A2871D79-AB5C-2A31-DD31-F124D080ABC4}"/>
              </a:ext>
            </a:extLst>
          </p:cNvPr>
          <p:cNvSpPr>
            <a:spLocks noGrp="1"/>
          </p:cNvSpPr>
          <p:nvPr>
            <p:ph type="ftr" sz="quarter" idx="13"/>
          </p:nvPr>
        </p:nvSpPr>
        <p:spPr/>
        <p:txBody>
          <a:bodyPr/>
          <a:lstStyle/>
          <a:p>
            <a:r>
              <a:rPr lang="de-DE"/>
              <a:t>- Präsentationstitel -</a:t>
            </a:r>
          </a:p>
        </p:txBody>
      </p:sp>
      <p:sp>
        <p:nvSpPr>
          <p:cNvPr id="4" name="Inhaltsplatzhalter 3">
            <a:extLst>
              <a:ext uri="{FF2B5EF4-FFF2-40B4-BE49-F238E27FC236}">
                <a16:creationId xmlns:a16="http://schemas.microsoft.com/office/drawing/2014/main" id="{05005468-6E9C-0DDB-2CE0-2D613DC08FF0}"/>
              </a:ext>
            </a:extLst>
          </p:cNvPr>
          <p:cNvSpPr>
            <a:spLocks noGrp="1"/>
          </p:cNvSpPr>
          <p:nvPr>
            <p:ph sz="quarter" idx="14"/>
          </p:nvPr>
        </p:nvSpPr>
        <p:spPr>
          <a:xfrm>
            <a:off x="515937" y="1376363"/>
            <a:ext cx="5400676" cy="4932362"/>
          </a:xfrm>
        </p:spPr>
        <p:txBody>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147AFB37-9A10-6596-4902-67607BB2BB4D}"/>
              </a:ext>
            </a:extLst>
          </p:cNvPr>
          <p:cNvSpPr>
            <a:spLocks noGrp="1"/>
          </p:cNvSpPr>
          <p:nvPr>
            <p:ph sz="quarter" idx="15"/>
          </p:nvPr>
        </p:nvSpPr>
        <p:spPr>
          <a:xfrm>
            <a:off x="6275389" y="1376363"/>
            <a:ext cx="5400676" cy="4932362"/>
          </a:xfrm>
        </p:spPr>
        <p:txBody>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itel 2">
            <a:extLst>
              <a:ext uri="{FF2B5EF4-FFF2-40B4-BE49-F238E27FC236}">
                <a16:creationId xmlns:a16="http://schemas.microsoft.com/office/drawing/2014/main" id="{CDDF3BE8-C79E-471E-C310-F87E4FCB4BCC}"/>
              </a:ext>
            </a:extLst>
          </p:cNvPr>
          <p:cNvSpPr>
            <a:spLocks noGrp="1"/>
          </p:cNvSpPr>
          <p:nvPr>
            <p:ph type="title"/>
          </p:nvPr>
        </p:nvSpPr>
        <p:spPr>
          <a:xfrm>
            <a:off x="515937" y="358703"/>
            <a:ext cx="9163771" cy="432078"/>
          </a:xfrm>
        </p:spPr>
        <p:txBody>
          <a:bodyPr/>
          <a:lstStyle/>
          <a:p>
            <a:r>
              <a:rPr lang="de-DE"/>
              <a:t>Mastertitelformat bearbeiten</a:t>
            </a:r>
          </a:p>
        </p:txBody>
      </p:sp>
    </p:spTree>
    <p:extLst>
      <p:ext uri="{BB962C8B-B14F-4D97-AF65-F5344CB8AC3E}">
        <p14:creationId xmlns:p14="http://schemas.microsoft.com/office/powerpoint/2010/main" val="3837787628"/>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infacher Inhalt mit Untertitel">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A6E0056F-4324-4C09-9375-AA93E78E659A}"/>
              </a:ext>
            </a:extLst>
          </p:cNvPr>
          <p:cNvSpPr>
            <a:spLocks noGrp="1"/>
          </p:cNvSpPr>
          <p:nvPr>
            <p:ph type="body" sz="quarter" idx="12"/>
          </p:nvPr>
        </p:nvSpPr>
        <p:spPr>
          <a:xfrm>
            <a:off x="515937" y="1376363"/>
            <a:ext cx="11160125" cy="4932362"/>
          </a:xfrm>
        </p:spPr>
        <p:txBody>
          <a:bodyPr tIns="0">
            <a:normAutofit/>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Fußzeilenplatzhalter 1">
            <a:extLst>
              <a:ext uri="{FF2B5EF4-FFF2-40B4-BE49-F238E27FC236}">
                <a16:creationId xmlns:a16="http://schemas.microsoft.com/office/drawing/2014/main" id="{A2871D79-AB5C-2A31-DD31-F124D080ABC4}"/>
              </a:ext>
            </a:extLst>
          </p:cNvPr>
          <p:cNvSpPr>
            <a:spLocks noGrp="1"/>
          </p:cNvSpPr>
          <p:nvPr>
            <p:ph type="ftr" sz="quarter" idx="13"/>
          </p:nvPr>
        </p:nvSpPr>
        <p:spPr/>
        <p:txBody>
          <a:bodyPr/>
          <a:lstStyle/>
          <a:p>
            <a:r>
              <a:rPr lang="de-DE"/>
              <a:t>- Präsentationstitel -</a:t>
            </a:r>
          </a:p>
        </p:txBody>
      </p:sp>
      <p:sp>
        <p:nvSpPr>
          <p:cNvPr id="3" name="Titel 2">
            <a:extLst>
              <a:ext uri="{FF2B5EF4-FFF2-40B4-BE49-F238E27FC236}">
                <a16:creationId xmlns:a16="http://schemas.microsoft.com/office/drawing/2014/main" id="{BC1C4CD3-CE6D-CDF2-0603-C3EDBAD6B3DC}"/>
              </a:ext>
            </a:extLst>
          </p:cNvPr>
          <p:cNvSpPr>
            <a:spLocks noGrp="1"/>
          </p:cNvSpPr>
          <p:nvPr>
            <p:ph type="title"/>
          </p:nvPr>
        </p:nvSpPr>
        <p:spPr>
          <a:xfrm>
            <a:off x="515937" y="195417"/>
            <a:ext cx="9163771" cy="432078"/>
          </a:xfrm>
        </p:spPr>
        <p:txBody>
          <a:bodyPr/>
          <a:lstStyle/>
          <a:p>
            <a:r>
              <a:rPr lang="de-DE"/>
              <a:t>Mastertitelformat bearbeiten</a:t>
            </a:r>
          </a:p>
        </p:txBody>
      </p:sp>
      <p:sp>
        <p:nvSpPr>
          <p:cNvPr id="6" name="Textplatzhalter 5">
            <a:extLst>
              <a:ext uri="{FF2B5EF4-FFF2-40B4-BE49-F238E27FC236}">
                <a16:creationId xmlns:a16="http://schemas.microsoft.com/office/drawing/2014/main" id="{AC9EEBE3-805E-9168-6FF7-A957B32C2E7B}"/>
              </a:ext>
            </a:extLst>
          </p:cNvPr>
          <p:cNvSpPr>
            <a:spLocks noGrp="1"/>
          </p:cNvSpPr>
          <p:nvPr>
            <p:ph type="body" sz="quarter" idx="14"/>
          </p:nvPr>
        </p:nvSpPr>
        <p:spPr>
          <a:xfrm>
            <a:off x="516658" y="681493"/>
            <a:ext cx="9163050" cy="246062"/>
          </a:xfrm>
        </p:spPr>
        <p:txBody>
          <a:bodyPr lIns="0" rIns="0" bIns="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Tree>
    <p:extLst>
      <p:ext uri="{BB962C8B-B14F-4D97-AF65-F5344CB8AC3E}">
        <p14:creationId xmlns:p14="http://schemas.microsoft.com/office/powerpoint/2010/main" val="251107408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ppelter Inhalt mit Untertitel">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A2871D79-AB5C-2A31-DD31-F124D080ABC4}"/>
              </a:ext>
            </a:extLst>
          </p:cNvPr>
          <p:cNvSpPr>
            <a:spLocks noGrp="1"/>
          </p:cNvSpPr>
          <p:nvPr>
            <p:ph type="ftr" sz="quarter" idx="13"/>
          </p:nvPr>
        </p:nvSpPr>
        <p:spPr/>
        <p:txBody>
          <a:bodyPr/>
          <a:lstStyle/>
          <a:p>
            <a:r>
              <a:rPr lang="de-DE"/>
              <a:t>- Präsentationstitel -</a:t>
            </a:r>
          </a:p>
        </p:txBody>
      </p:sp>
      <p:sp>
        <p:nvSpPr>
          <p:cNvPr id="4" name="Inhaltsplatzhalter 3">
            <a:extLst>
              <a:ext uri="{FF2B5EF4-FFF2-40B4-BE49-F238E27FC236}">
                <a16:creationId xmlns:a16="http://schemas.microsoft.com/office/drawing/2014/main" id="{05005468-6E9C-0DDB-2CE0-2D613DC08FF0}"/>
              </a:ext>
            </a:extLst>
          </p:cNvPr>
          <p:cNvSpPr>
            <a:spLocks noGrp="1"/>
          </p:cNvSpPr>
          <p:nvPr>
            <p:ph sz="quarter" idx="14"/>
          </p:nvPr>
        </p:nvSpPr>
        <p:spPr>
          <a:xfrm>
            <a:off x="515937" y="1376363"/>
            <a:ext cx="5400676" cy="4932362"/>
          </a:xfrm>
        </p:spPr>
        <p:txBody>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147AFB37-9A10-6596-4902-67607BB2BB4D}"/>
              </a:ext>
            </a:extLst>
          </p:cNvPr>
          <p:cNvSpPr>
            <a:spLocks noGrp="1"/>
          </p:cNvSpPr>
          <p:nvPr>
            <p:ph sz="quarter" idx="15"/>
          </p:nvPr>
        </p:nvSpPr>
        <p:spPr>
          <a:xfrm>
            <a:off x="6275389" y="1376363"/>
            <a:ext cx="5400676" cy="4932362"/>
          </a:xfrm>
        </p:spPr>
        <p:txBody>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Titel 2">
            <a:extLst>
              <a:ext uri="{FF2B5EF4-FFF2-40B4-BE49-F238E27FC236}">
                <a16:creationId xmlns:a16="http://schemas.microsoft.com/office/drawing/2014/main" id="{580DA43D-0630-192C-A565-10D8F1022400}"/>
              </a:ext>
            </a:extLst>
          </p:cNvPr>
          <p:cNvSpPr>
            <a:spLocks noGrp="1"/>
          </p:cNvSpPr>
          <p:nvPr>
            <p:ph type="title"/>
          </p:nvPr>
        </p:nvSpPr>
        <p:spPr>
          <a:xfrm>
            <a:off x="515937" y="195417"/>
            <a:ext cx="9163771" cy="432078"/>
          </a:xfrm>
        </p:spPr>
        <p:txBody>
          <a:bodyPr/>
          <a:lstStyle/>
          <a:p>
            <a:r>
              <a:rPr lang="de-DE"/>
              <a:t>Mastertitelformat bearbeiten</a:t>
            </a:r>
          </a:p>
        </p:txBody>
      </p:sp>
      <p:sp>
        <p:nvSpPr>
          <p:cNvPr id="6" name="Textplatzhalter 5">
            <a:extLst>
              <a:ext uri="{FF2B5EF4-FFF2-40B4-BE49-F238E27FC236}">
                <a16:creationId xmlns:a16="http://schemas.microsoft.com/office/drawing/2014/main" id="{12BFFCA1-D79B-F27D-92E3-65F8226F4670}"/>
              </a:ext>
            </a:extLst>
          </p:cNvPr>
          <p:cNvSpPr>
            <a:spLocks noGrp="1"/>
          </p:cNvSpPr>
          <p:nvPr>
            <p:ph type="body" sz="quarter" idx="16"/>
          </p:nvPr>
        </p:nvSpPr>
        <p:spPr>
          <a:xfrm>
            <a:off x="516658" y="681493"/>
            <a:ext cx="9163050" cy="246062"/>
          </a:xfrm>
        </p:spPr>
        <p:txBody>
          <a:bodyPr lIns="0" rIns="0" bIns="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Tree>
    <p:extLst>
      <p:ext uri="{BB962C8B-B14F-4D97-AF65-F5344CB8AC3E}">
        <p14:creationId xmlns:p14="http://schemas.microsoft.com/office/powerpoint/2010/main" val="1046847450"/>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r Titel mit Untertitel">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C7B1603-CC04-98BF-12A0-96EDE3166219}"/>
              </a:ext>
            </a:extLst>
          </p:cNvPr>
          <p:cNvSpPr>
            <a:spLocks noGrp="1"/>
          </p:cNvSpPr>
          <p:nvPr>
            <p:ph type="ftr" sz="quarter" idx="10"/>
          </p:nvPr>
        </p:nvSpPr>
        <p:spPr/>
        <p:txBody>
          <a:bodyPr/>
          <a:lstStyle/>
          <a:p>
            <a:r>
              <a:rPr lang="de-DE"/>
              <a:t>- Präsentationstitel -</a:t>
            </a:r>
          </a:p>
        </p:txBody>
      </p:sp>
      <p:sp>
        <p:nvSpPr>
          <p:cNvPr id="3" name="Titel 2">
            <a:extLst>
              <a:ext uri="{FF2B5EF4-FFF2-40B4-BE49-F238E27FC236}">
                <a16:creationId xmlns:a16="http://schemas.microsoft.com/office/drawing/2014/main" id="{F679875F-7E5F-EA84-723A-A353911CF91C}"/>
              </a:ext>
            </a:extLst>
          </p:cNvPr>
          <p:cNvSpPr>
            <a:spLocks noGrp="1"/>
          </p:cNvSpPr>
          <p:nvPr>
            <p:ph type="title"/>
          </p:nvPr>
        </p:nvSpPr>
        <p:spPr>
          <a:xfrm>
            <a:off x="515937" y="195417"/>
            <a:ext cx="9163771" cy="432078"/>
          </a:xfrm>
        </p:spPr>
        <p:txBody>
          <a:bodyPr/>
          <a:lstStyle/>
          <a:p>
            <a:r>
              <a:rPr lang="de-DE"/>
              <a:t>Mastertitelformat bearbeiten</a:t>
            </a:r>
          </a:p>
        </p:txBody>
      </p:sp>
      <p:sp>
        <p:nvSpPr>
          <p:cNvPr id="5" name="Textplatzhalter 5">
            <a:extLst>
              <a:ext uri="{FF2B5EF4-FFF2-40B4-BE49-F238E27FC236}">
                <a16:creationId xmlns:a16="http://schemas.microsoft.com/office/drawing/2014/main" id="{6FCA77B0-8E64-E2B6-9A57-516123591921}"/>
              </a:ext>
            </a:extLst>
          </p:cNvPr>
          <p:cNvSpPr>
            <a:spLocks noGrp="1"/>
          </p:cNvSpPr>
          <p:nvPr>
            <p:ph type="body" sz="quarter" idx="14"/>
          </p:nvPr>
        </p:nvSpPr>
        <p:spPr>
          <a:xfrm>
            <a:off x="516658" y="681493"/>
            <a:ext cx="9163050" cy="246062"/>
          </a:xfrm>
        </p:spPr>
        <p:txBody>
          <a:bodyPr lIns="0" rIns="0" bIns="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de-DE"/>
              <a:t>Mastertextformat bearbeiten</a:t>
            </a:r>
          </a:p>
        </p:txBody>
      </p:sp>
    </p:spTree>
    <p:extLst>
      <p:ext uri="{BB962C8B-B14F-4D97-AF65-F5344CB8AC3E}">
        <p14:creationId xmlns:p14="http://schemas.microsoft.com/office/powerpoint/2010/main" val="74932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C7B1603-CC04-98BF-12A0-96EDE3166219}"/>
              </a:ext>
            </a:extLst>
          </p:cNvPr>
          <p:cNvSpPr>
            <a:spLocks noGrp="1"/>
          </p:cNvSpPr>
          <p:nvPr>
            <p:ph type="ftr" sz="quarter" idx="10"/>
          </p:nvPr>
        </p:nvSpPr>
        <p:spPr/>
        <p:txBody>
          <a:bodyPr/>
          <a:lstStyle/>
          <a:p>
            <a:r>
              <a:rPr lang="de-DE"/>
              <a:t>- Präsentationstitel -</a:t>
            </a:r>
          </a:p>
        </p:txBody>
      </p:sp>
      <p:sp>
        <p:nvSpPr>
          <p:cNvPr id="4" name="Titel 2">
            <a:extLst>
              <a:ext uri="{FF2B5EF4-FFF2-40B4-BE49-F238E27FC236}">
                <a16:creationId xmlns:a16="http://schemas.microsoft.com/office/drawing/2014/main" id="{A5259949-F15F-18B9-3442-E9F58D773A57}"/>
              </a:ext>
            </a:extLst>
          </p:cNvPr>
          <p:cNvSpPr>
            <a:spLocks noGrp="1"/>
          </p:cNvSpPr>
          <p:nvPr>
            <p:ph type="title"/>
          </p:nvPr>
        </p:nvSpPr>
        <p:spPr>
          <a:xfrm>
            <a:off x="515937" y="358703"/>
            <a:ext cx="9163771" cy="432078"/>
          </a:xfrm>
        </p:spPr>
        <p:txBody>
          <a:bodyPr/>
          <a:lstStyle/>
          <a:p>
            <a:r>
              <a:rPr lang="de-DE"/>
              <a:t>Mastertitelformat bearbeiten</a:t>
            </a:r>
          </a:p>
        </p:txBody>
      </p:sp>
    </p:spTree>
    <p:extLst>
      <p:ext uri="{BB962C8B-B14F-4D97-AF65-F5344CB8AC3E}">
        <p14:creationId xmlns:p14="http://schemas.microsoft.com/office/powerpoint/2010/main" val="4073521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ur Textfe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A6E0056F-4324-4C09-9375-AA93E78E659A}"/>
              </a:ext>
            </a:extLst>
          </p:cNvPr>
          <p:cNvSpPr>
            <a:spLocks noGrp="1"/>
          </p:cNvSpPr>
          <p:nvPr>
            <p:ph type="body" sz="quarter" idx="12"/>
          </p:nvPr>
        </p:nvSpPr>
        <p:spPr>
          <a:xfrm>
            <a:off x="515937" y="1376363"/>
            <a:ext cx="11160125" cy="4932362"/>
          </a:xfrm>
        </p:spPr>
        <p:txBody>
          <a:bodyPr/>
          <a:lstStyle>
            <a:lvl1pPr>
              <a:defRPr sz="1800"/>
            </a:lvl1pPr>
            <a:lvl2pPr>
              <a:defRPr sz="1600"/>
            </a:lvl2pPr>
            <a:lvl3pPr>
              <a:defRPr sz="16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Fußzeilenplatzhalter 1">
            <a:extLst>
              <a:ext uri="{FF2B5EF4-FFF2-40B4-BE49-F238E27FC236}">
                <a16:creationId xmlns:a16="http://schemas.microsoft.com/office/drawing/2014/main" id="{9F1828DF-61BF-4CE5-0D58-99C751379985}"/>
              </a:ext>
            </a:extLst>
          </p:cNvPr>
          <p:cNvSpPr>
            <a:spLocks noGrp="1"/>
          </p:cNvSpPr>
          <p:nvPr>
            <p:ph type="ftr" sz="quarter" idx="13"/>
          </p:nvPr>
        </p:nvSpPr>
        <p:spPr/>
        <p:txBody>
          <a:bodyPr/>
          <a:lstStyle/>
          <a:p>
            <a:r>
              <a:rPr lang="de-DE"/>
              <a:t>- Präsentationstitel -</a:t>
            </a:r>
          </a:p>
        </p:txBody>
      </p:sp>
    </p:spTree>
    <p:extLst>
      <p:ext uri="{BB962C8B-B14F-4D97-AF65-F5344CB8AC3E}">
        <p14:creationId xmlns:p14="http://schemas.microsoft.com/office/powerpoint/2010/main" val="1840776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2C4FA16-F294-7F1C-5257-F48EC4127435}"/>
              </a:ext>
            </a:extLst>
          </p:cNvPr>
          <p:cNvSpPr>
            <a:spLocks noGrp="1"/>
          </p:cNvSpPr>
          <p:nvPr>
            <p:ph type="ftr" sz="quarter" idx="10"/>
          </p:nvPr>
        </p:nvSpPr>
        <p:spPr/>
        <p:txBody>
          <a:bodyPr/>
          <a:lstStyle/>
          <a:p>
            <a:r>
              <a:rPr lang="de-DE"/>
              <a:t>- Präsentationstitel -</a:t>
            </a:r>
          </a:p>
        </p:txBody>
      </p:sp>
    </p:spTree>
    <p:extLst>
      <p:ext uri="{BB962C8B-B14F-4D97-AF65-F5344CB8AC3E}">
        <p14:creationId xmlns:p14="http://schemas.microsoft.com/office/powerpoint/2010/main" val="2658311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3" name="Textplatzhalter 22">
            <a:extLst>
              <a:ext uri="{FF2B5EF4-FFF2-40B4-BE49-F238E27FC236}">
                <a16:creationId xmlns:a16="http://schemas.microsoft.com/office/drawing/2014/main" id="{70D5B2CC-C1E2-2B03-53C7-28C22C1FC05B}"/>
              </a:ext>
            </a:extLst>
          </p:cNvPr>
          <p:cNvSpPr>
            <a:spLocks noGrp="1"/>
          </p:cNvSpPr>
          <p:nvPr>
            <p:ph type="body" sz="quarter" idx="11"/>
          </p:nvPr>
        </p:nvSpPr>
        <p:spPr>
          <a:xfrm>
            <a:off x="515938" y="1376363"/>
            <a:ext cx="5580062" cy="4932361"/>
          </a:xfrm>
        </p:spPr>
        <p:txBody>
          <a:bodyPr>
            <a:normAutofit/>
          </a:bodyPr>
          <a:lstStyle>
            <a:lvl1pPr>
              <a:defRPr sz="1800">
                <a:latin typeface="Montserrat Medium" panose="00000600000000000000" pitchFamily="2" charset="0"/>
              </a:defRPr>
            </a:lvl1pPr>
            <a:lvl2pPr>
              <a:defRPr sz="1600">
                <a:latin typeface="Montserrat Medium" panose="00000600000000000000" pitchFamily="2" charset="0"/>
              </a:defRPr>
            </a:lvl2pPr>
            <a:lvl3pPr>
              <a:defRPr sz="1600">
                <a:latin typeface="Montserrat Medium" panose="00000600000000000000" pitchFamily="2" charset="0"/>
              </a:defRPr>
            </a:lvl3pPr>
            <a:lvl4pPr>
              <a:defRPr sz="1600">
                <a:latin typeface="Montserrat Medium" panose="00000600000000000000" pitchFamily="2" charset="0"/>
              </a:defRPr>
            </a:lvl4pPr>
            <a:lvl5pPr>
              <a:defRPr sz="1600">
                <a:latin typeface="Montserrat Medium" panose="00000600000000000000" pitchFamily="2"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grpSp>
        <p:nvGrpSpPr>
          <p:cNvPr id="19" name="Gruppieren 18">
            <a:extLst>
              <a:ext uri="{FF2B5EF4-FFF2-40B4-BE49-F238E27FC236}">
                <a16:creationId xmlns:a16="http://schemas.microsoft.com/office/drawing/2014/main" id="{AB3F1921-EFD1-4876-5B6B-BEF230C226CD}"/>
              </a:ext>
            </a:extLst>
          </p:cNvPr>
          <p:cNvGrpSpPr/>
          <p:nvPr userDrawn="1"/>
        </p:nvGrpSpPr>
        <p:grpSpPr>
          <a:xfrm>
            <a:off x="6206433" y="4479516"/>
            <a:ext cx="5580062" cy="1829208"/>
            <a:chOff x="5861906" y="3920767"/>
            <a:chExt cx="6048245" cy="1829208"/>
          </a:xfrm>
        </p:grpSpPr>
        <p:pic>
          <p:nvPicPr>
            <p:cNvPr id="16" name="Grafik 15" descr="Ein Bild, das Grafiken, Muster, Schrift, Screenshot enthält.&#10;&#10;Automatisch generierte Beschreibung">
              <a:extLst>
                <a:ext uri="{FF2B5EF4-FFF2-40B4-BE49-F238E27FC236}">
                  <a16:creationId xmlns:a16="http://schemas.microsoft.com/office/drawing/2014/main" id="{506CE4C0-D18C-E3E7-0594-2F02735BEC5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7594" y="3920767"/>
              <a:ext cx="1427980" cy="1427980"/>
            </a:xfrm>
            <a:prstGeom prst="rect">
              <a:avLst/>
            </a:prstGeom>
          </p:spPr>
        </p:pic>
        <p:sp>
          <p:nvSpPr>
            <p:cNvPr id="5" name="Textfeld 4">
              <a:extLst>
                <a:ext uri="{FF2B5EF4-FFF2-40B4-BE49-F238E27FC236}">
                  <a16:creationId xmlns:a16="http://schemas.microsoft.com/office/drawing/2014/main" id="{03E8D2B5-49AA-F4CB-B8CC-7CE12D965AA7}"/>
                </a:ext>
              </a:extLst>
            </p:cNvPr>
            <p:cNvSpPr txBox="1"/>
            <p:nvPr userDrawn="1"/>
          </p:nvSpPr>
          <p:spPr>
            <a:xfrm>
              <a:off x="5861906" y="5380643"/>
              <a:ext cx="6048245" cy="369332"/>
            </a:xfrm>
            <a:prstGeom prst="rect">
              <a:avLst/>
            </a:prstGeom>
            <a:noFill/>
          </p:spPr>
          <p:txBody>
            <a:bodyPr wrap="square" rtlCol="0">
              <a:spAutoFit/>
            </a:bodyPr>
            <a:lstStyle/>
            <a:p>
              <a:pPr algn="ctr"/>
              <a:r>
                <a:rPr lang="de-DE" sz="1800" b="1">
                  <a:solidFill>
                    <a:srgbClr val="ED5025"/>
                  </a:solidFill>
                  <a:latin typeface="+mn-lt"/>
                  <a:ea typeface="Tahoma" panose="020B0604030504040204" pitchFamily="34" charset="0"/>
                  <a:cs typeface="Tahoma" panose="020B0604030504040204" pitchFamily="34" charset="0"/>
                </a:rPr>
                <a:t>www.ferdinand-steinbeis-institut.de</a:t>
              </a:r>
            </a:p>
          </p:txBody>
        </p:sp>
      </p:grpSp>
      <p:sp>
        <p:nvSpPr>
          <p:cNvPr id="9" name="Textfeld 8">
            <a:extLst>
              <a:ext uri="{FF2B5EF4-FFF2-40B4-BE49-F238E27FC236}">
                <a16:creationId xmlns:a16="http://schemas.microsoft.com/office/drawing/2014/main" id="{EAFC3E4E-8311-CC50-B01D-31C3086F496A}"/>
              </a:ext>
            </a:extLst>
          </p:cNvPr>
          <p:cNvSpPr txBox="1"/>
          <p:nvPr userDrawn="1"/>
        </p:nvSpPr>
        <p:spPr>
          <a:xfrm>
            <a:off x="3300311" y="6429562"/>
            <a:ext cx="5591378" cy="365683"/>
          </a:xfrm>
          <a:prstGeom prst="rect">
            <a:avLst/>
          </a:prstGeom>
        </p:spPr>
        <p:txBody>
          <a:bodyPr vert="horz" lIns="0" tIns="0" rIns="0" bIns="0" rtlCol="0" anchor="ctr" anchorCtr="0">
            <a:normAutofit/>
          </a:bodyPr>
          <a:lstStyle>
            <a:lvl1pPr indent="0">
              <a:lnSpc>
                <a:spcPct val="90000"/>
              </a:lnSpc>
              <a:spcBef>
                <a:spcPts val="1000"/>
              </a:spcBef>
              <a:buFont typeface="Wingdings" panose="05000000000000000000" pitchFamily="2" charset="2"/>
              <a:buNone/>
              <a:defRPr b="1">
                <a:solidFill>
                  <a:srgbClr val="44546A"/>
                </a:solidFill>
                <a:latin typeface="+mj-lt"/>
                <a:ea typeface="Tahoma" panose="020B0604030504040204" pitchFamily="34" charset="0"/>
                <a:cs typeface="Tahoma" panose="020B0604030504040204" pitchFamily="34" charset="0"/>
              </a:defRPr>
            </a:lvl1pPr>
            <a:lvl2pPr marL="685800" indent="-228600">
              <a:lnSpc>
                <a:spcPct val="90000"/>
              </a:lnSpc>
              <a:spcBef>
                <a:spcPts val="500"/>
              </a:spcBef>
              <a:buFont typeface="Wingdings" panose="05000000000000000000" pitchFamily="2" charset="2"/>
              <a:buChar char="§"/>
              <a:defRPr sz="2400">
                <a:solidFill>
                  <a:srgbClr val="44546A"/>
                </a:solidFill>
                <a:latin typeface="Tahoma" panose="020B0604030504040204" pitchFamily="34" charset="0"/>
                <a:ea typeface="Tahoma" panose="020B0604030504040204" pitchFamily="34" charset="0"/>
                <a:cs typeface="Tahoma" panose="020B0604030504040204" pitchFamily="34" charset="0"/>
              </a:defRPr>
            </a:lvl2pPr>
            <a:lvl3pPr marL="1143000" indent="-228600">
              <a:lnSpc>
                <a:spcPct val="90000"/>
              </a:lnSpc>
              <a:spcBef>
                <a:spcPts val="500"/>
              </a:spcBef>
              <a:buFont typeface="Wingdings" panose="05000000000000000000" pitchFamily="2" charset="2"/>
              <a:buChar char="§"/>
              <a:defRPr sz="2000">
                <a:solidFill>
                  <a:srgbClr val="44546A"/>
                </a:solidFill>
                <a:latin typeface="Tahoma" panose="020B0604030504040204" pitchFamily="34" charset="0"/>
                <a:ea typeface="Tahoma" panose="020B0604030504040204" pitchFamily="34" charset="0"/>
                <a:cs typeface="Tahoma" panose="020B0604030504040204" pitchFamily="34" charset="0"/>
              </a:defRPr>
            </a:lvl3pPr>
            <a:lvl4pPr marL="1600200" indent="-228600">
              <a:lnSpc>
                <a:spcPct val="90000"/>
              </a:lnSpc>
              <a:spcBef>
                <a:spcPts val="500"/>
              </a:spcBef>
              <a:buFont typeface="Wingdings" panose="05000000000000000000" pitchFamily="2" charset="2"/>
              <a:buChar char="§"/>
              <a:defRPr>
                <a:solidFill>
                  <a:srgbClr val="44546A"/>
                </a:solidFill>
                <a:latin typeface="Tahoma" panose="020B0604030504040204" pitchFamily="34" charset="0"/>
                <a:ea typeface="Tahoma" panose="020B0604030504040204" pitchFamily="34" charset="0"/>
                <a:cs typeface="Tahoma" panose="020B0604030504040204" pitchFamily="34" charset="0"/>
              </a:defRPr>
            </a:lvl4pPr>
            <a:lvl5pPr marL="2057400" indent="-228600">
              <a:lnSpc>
                <a:spcPct val="90000"/>
              </a:lnSpc>
              <a:spcBef>
                <a:spcPts val="500"/>
              </a:spcBef>
              <a:buFont typeface="Wingdings" panose="05000000000000000000" pitchFamily="2" charset="2"/>
              <a:buChar char="§"/>
              <a:defRPr>
                <a:solidFill>
                  <a:srgbClr val="44546A"/>
                </a:solidFill>
                <a:latin typeface="Tahoma" panose="020B0604030504040204" pitchFamily="34" charset="0"/>
                <a:ea typeface="Tahoma" panose="020B0604030504040204" pitchFamily="34" charset="0"/>
                <a:cs typeface="Tahoma" panose="020B060403050404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de-DE" sz="800" b="0">
                <a:solidFill>
                  <a:schemeClr val="bg2"/>
                </a:solidFill>
                <a:latin typeface="Montserrat Medium" panose="00000600000000000000" pitchFamily="2" charset="0"/>
              </a:rPr>
              <a:t>Bildungscampus 9, 74076 Heilbronn | </a:t>
            </a:r>
            <a:r>
              <a:rPr lang="de-DE" sz="800" b="0" err="1">
                <a:solidFill>
                  <a:schemeClr val="bg2"/>
                </a:solidFill>
                <a:latin typeface="Montserrat Medium" panose="00000600000000000000" pitchFamily="2" charset="0"/>
              </a:rPr>
              <a:t>Filderhauptstrasse</a:t>
            </a:r>
            <a:r>
              <a:rPr lang="de-DE" sz="800" b="0">
                <a:solidFill>
                  <a:schemeClr val="bg2"/>
                </a:solidFill>
                <a:latin typeface="Montserrat Medium" panose="00000600000000000000" pitchFamily="2" charset="0"/>
              </a:rPr>
              <a:t> 142, 70599 Stuttgart</a:t>
            </a:r>
          </a:p>
        </p:txBody>
      </p:sp>
      <p:sp>
        <p:nvSpPr>
          <p:cNvPr id="3" name="Titel 2">
            <a:extLst>
              <a:ext uri="{FF2B5EF4-FFF2-40B4-BE49-F238E27FC236}">
                <a16:creationId xmlns:a16="http://schemas.microsoft.com/office/drawing/2014/main" id="{B6FF6B23-82CF-E14A-A931-7B7C3B60004A}"/>
              </a:ext>
            </a:extLst>
          </p:cNvPr>
          <p:cNvSpPr>
            <a:spLocks noGrp="1"/>
          </p:cNvSpPr>
          <p:nvPr>
            <p:ph type="title"/>
          </p:nvPr>
        </p:nvSpPr>
        <p:spPr>
          <a:xfrm>
            <a:off x="515937" y="358703"/>
            <a:ext cx="9163771" cy="432078"/>
          </a:xfrm>
        </p:spPr>
        <p:txBody>
          <a:bodyPr/>
          <a:lstStyle/>
          <a:p>
            <a:r>
              <a:rPr lang="de-DE"/>
              <a:t>Mastertitelformat bearbeiten</a:t>
            </a:r>
          </a:p>
        </p:txBody>
      </p:sp>
    </p:spTree>
    <p:extLst>
      <p:ext uri="{BB962C8B-B14F-4D97-AF65-F5344CB8AC3E}">
        <p14:creationId xmlns:p14="http://schemas.microsoft.com/office/powerpoint/2010/main" val="3798042504"/>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515938" y="1376363"/>
            <a:ext cx="11160124" cy="4932362"/>
          </a:xfrm>
          <a:prstGeom prst="rect">
            <a:avLst/>
          </a:prstGeom>
        </p:spPr>
        <p:txBody>
          <a:bodyPr vert="horz" lIns="0" tIns="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 </a:t>
            </a:r>
          </a:p>
        </p:txBody>
      </p:sp>
      <p:sp>
        <p:nvSpPr>
          <p:cNvPr id="2" name="Titelplatzhalter 1"/>
          <p:cNvSpPr>
            <a:spLocks noGrp="1"/>
          </p:cNvSpPr>
          <p:nvPr>
            <p:ph type="title"/>
          </p:nvPr>
        </p:nvSpPr>
        <p:spPr>
          <a:xfrm>
            <a:off x="515937" y="358703"/>
            <a:ext cx="9163771" cy="432078"/>
          </a:xfrm>
          <a:prstGeom prst="rect">
            <a:avLst/>
          </a:prstGeom>
        </p:spPr>
        <p:txBody>
          <a:bodyPr vert="horz" lIns="0" tIns="45720" rIns="91440" bIns="45720" rtlCol="0" anchor="ctr">
            <a:noAutofit/>
          </a:bodyPr>
          <a:lstStyle/>
          <a:p>
            <a:r>
              <a:rPr lang="de-DE"/>
              <a:t>Titelmasterformat bearbeiten</a:t>
            </a:r>
          </a:p>
        </p:txBody>
      </p:sp>
      <p:sp>
        <p:nvSpPr>
          <p:cNvPr id="5" name="Textfeld 4">
            <a:extLst>
              <a:ext uri="{FF2B5EF4-FFF2-40B4-BE49-F238E27FC236}">
                <a16:creationId xmlns:a16="http://schemas.microsoft.com/office/drawing/2014/main" id="{E709B433-F193-4691-B862-4CDAAEF69ADE}"/>
              </a:ext>
            </a:extLst>
          </p:cNvPr>
          <p:cNvSpPr txBox="1"/>
          <p:nvPr userDrawn="1"/>
        </p:nvSpPr>
        <p:spPr>
          <a:xfrm>
            <a:off x="10877548" y="6499010"/>
            <a:ext cx="798512" cy="215444"/>
          </a:xfrm>
          <a:prstGeom prst="rect">
            <a:avLst/>
          </a:prstGeom>
          <a:noFill/>
        </p:spPr>
        <p:txBody>
          <a:bodyPr wrap="square" rIns="0" rtlCol="0">
            <a:spAutoFit/>
          </a:bodyPr>
          <a:lstStyle/>
          <a:p>
            <a:pPr algn="r"/>
            <a:r>
              <a:rPr lang="de-DE" sz="800">
                <a:solidFill>
                  <a:schemeClr val="bg2"/>
                </a:solidFill>
                <a:latin typeface="Montserrat Medium" panose="00000600000000000000" pitchFamily="2" charset="0"/>
                <a:ea typeface="Tahoma" panose="020B0604030504040204" pitchFamily="34" charset="0"/>
                <a:cs typeface="Tahoma" panose="020B0604030504040204" pitchFamily="34" charset="0"/>
              </a:rPr>
              <a:t>Slide </a:t>
            </a:r>
            <a:fld id="{C9DC38EA-31F3-4BC8-9C32-DFA18E2F5E15}" type="slidenum">
              <a:rPr lang="de-DE" sz="800" smtClean="0">
                <a:solidFill>
                  <a:schemeClr val="bg2"/>
                </a:solidFill>
                <a:latin typeface="Montserrat Medium" panose="00000600000000000000" pitchFamily="2" charset="0"/>
                <a:ea typeface="Tahoma" panose="020B0604030504040204" pitchFamily="34" charset="0"/>
                <a:cs typeface="Tahoma" panose="020B0604030504040204" pitchFamily="34" charset="0"/>
              </a:rPr>
              <a:t>‹Nr.›</a:t>
            </a:fld>
            <a:endParaRPr lang="de-DE" sz="800">
              <a:solidFill>
                <a:schemeClr val="bg2"/>
              </a:solidFill>
              <a:latin typeface="Montserrat Medium" panose="00000600000000000000" pitchFamily="2" charset="0"/>
              <a:ea typeface="Tahoma" panose="020B0604030504040204" pitchFamily="34" charset="0"/>
              <a:cs typeface="Tahoma" panose="020B0604030504040204" pitchFamily="34" charset="0"/>
            </a:endParaRPr>
          </a:p>
        </p:txBody>
      </p:sp>
      <p:grpSp>
        <p:nvGrpSpPr>
          <p:cNvPr id="13" name="Gruppieren 12">
            <a:extLst>
              <a:ext uri="{FF2B5EF4-FFF2-40B4-BE49-F238E27FC236}">
                <a16:creationId xmlns:a16="http://schemas.microsoft.com/office/drawing/2014/main" id="{E792E2F3-2B3B-ADA7-10AD-68C76A055FC5}"/>
              </a:ext>
            </a:extLst>
          </p:cNvPr>
          <p:cNvGrpSpPr/>
          <p:nvPr userDrawn="1"/>
        </p:nvGrpSpPr>
        <p:grpSpPr>
          <a:xfrm>
            <a:off x="515938" y="1104177"/>
            <a:ext cx="11160124" cy="45720"/>
            <a:chOff x="0" y="1161937"/>
            <a:chExt cx="12191700" cy="108000"/>
          </a:xfrm>
        </p:grpSpPr>
        <p:sp>
          <p:nvSpPr>
            <p:cNvPr id="4" name="Rechteck 3">
              <a:extLst>
                <a:ext uri="{FF2B5EF4-FFF2-40B4-BE49-F238E27FC236}">
                  <a16:creationId xmlns:a16="http://schemas.microsoft.com/office/drawing/2014/main" id="{FE0A0E88-ACA7-FAB7-EEE1-2D00F89AFF7B}"/>
                </a:ext>
              </a:extLst>
            </p:cNvPr>
            <p:cNvSpPr/>
            <p:nvPr userDrawn="1"/>
          </p:nvSpPr>
          <p:spPr>
            <a:xfrm>
              <a:off x="0" y="1161937"/>
              <a:ext cx="4040777" cy="108000"/>
            </a:xfrm>
            <a:prstGeom prst="rect">
              <a:avLst/>
            </a:prstGeom>
            <a:solidFill>
              <a:srgbClr val="55A85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4502123B-FD1E-4AF5-9764-20C93070A6BD}"/>
                </a:ext>
              </a:extLst>
            </p:cNvPr>
            <p:cNvSpPr/>
            <p:nvPr userDrawn="1"/>
          </p:nvSpPr>
          <p:spPr>
            <a:xfrm>
              <a:off x="4082400" y="1161937"/>
              <a:ext cx="4021699" cy="108000"/>
            </a:xfrm>
            <a:prstGeom prst="rect">
              <a:avLst/>
            </a:prstGeom>
            <a:solidFill>
              <a:srgbClr val="ED5025"/>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sp>
          <p:nvSpPr>
            <p:cNvPr id="11" name="Rechteck 10">
              <a:extLst>
                <a:ext uri="{FF2B5EF4-FFF2-40B4-BE49-F238E27FC236}">
                  <a16:creationId xmlns:a16="http://schemas.microsoft.com/office/drawing/2014/main" id="{1AFD4FEA-DDCF-CCB3-3B3B-FCC14FCAC0DF}"/>
                </a:ext>
              </a:extLst>
            </p:cNvPr>
            <p:cNvSpPr/>
            <p:nvPr userDrawn="1"/>
          </p:nvSpPr>
          <p:spPr>
            <a:xfrm>
              <a:off x="8145722" y="1161937"/>
              <a:ext cx="4045978" cy="108000"/>
            </a:xfrm>
            <a:prstGeom prst="rect">
              <a:avLst/>
            </a:prstGeom>
            <a:solidFill>
              <a:srgbClr val="6CC0D8"/>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grpSp>
      <p:pic>
        <p:nvPicPr>
          <p:cNvPr id="12" name="Grafik 11" descr="Ein Bild, das Schwarz, Dunkelheit enthält.&#10;&#10;Automatisch generierte Beschreibung">
            <a:extLst>
              <a:ext uri="{FF2B5EF4-FFF2-40B4-BE49-F238E27FC236}">
                <a16:creationId xmlns:a16="http://schemas.microsoft.com/office/drawing/2014/main" id="{AF09B2DE-7013-B290-DF4E-0C439061408B}"/>
              </a:ext>
            </a:extLst>
          </p:cNvPr>
          <p:cNvPicPr>
            <a:picLocks noChangeAspect="1"/>
          </p:cNvPicPr>
          <p:nvPr userDrawn="1"/>
        </p:nvPicPr>
        <p:blipFill rotWithShape="1">
          <a:blip r:embed="rId17"/>
          <a:srcRect l="24349"/>
          <a:stretch/>
        </p:blipFill>
        <p:spPr>
          <a:xfrm>
            <a:off x="10301556" y="229320"/>
            <a:ext cx="1374507" cy="666026"/>
          </a:xfrm>
          <a:prstGeom prst="rect">
            <a:avLst/>
          </a:prstGeom>
          <a:solidFill>
            <a:schemeClr val="bg1"/>
          </a:solidFill>
        </p:spPr>
      </p:pic>
      <p:sp>
        <p:nvSpPr>
          <p:cNvPr id="18" name="Datumsplatzhalter">
            <a:extLst>
              <a:ext uri="{FF2B5EF4-FFF2-40B4-BE49-F238E27FC236}">
                <a16:creationId xmlns:a16="http://schemas.microsoft.com/office/drawing/2014/main" id="{33D4E69B-2A12-00D0-0A61-CE9765747614}"/>
              </a:ext>
            </a:extLst>
          </p:cNvPr>
          <p:cNvSpPr txBox="1">
            <a:spLocks/>
          </p:cNvSpPr>
          <p:nvPr userDrawn="1"/>
        </p:nvSpPr>
        <p:spPr bwMode="gray">
          <a:xfrm>
            <a:off x="515938" y="6499011"/>
            <a:ext cx="864000" cy="215444"/>
          </a:xfrm>
          <a:prstGeom prst="rect">
            <a:avLst/>
          </a:prstGeom>
          <a:noFill/>
        </p:spPr>
        <p:txBody>
          <a:bodyPr wrap="square" lIns="0" rtlCol="0">
            <a:spAutoFit/>
          </a:bodyPr>
          <a:lstStyle>
            <a:defPPr>
              <a:defRPr lang="de-DE"/>
            </a:defPPr>
            <a:lvl1pPr marL="0" algn="l" defTabSz="914400" rtl="0" eaLnBrk="1" latinLnBrk="0" hangingPunct="1">
              <a:defRPr lang="de-DE" sz="1000" kern="1200" smtClean="0">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FEEEE4-0C7A-49F5-AD56-F7BDF80B937A}" type="datetime1">
              <a:rPr lang="de-DE" sz="800" smtClean="0">
                <a:solidFill>
                  <a:schemeClr val="bg2"/>
                </a:solidFill>
                <a:latin typeface="Montserrat Medium" panose="00000600000000000000" pitchFamily="2" charset="0"/>
              </a:rPr>
              <a:pPr/>
              <a:t>14.09.2026</a:t>
            </a:fld>
            <a:endParaRPr lang="de-DE" sz="800">
              <a:solidFill>
                <a:schemeClr val="bg2"/>
              </a:solidFill>
              <a:latin typeface="Montserrat Medium" panose="00000600000000000000" pitchFamily="2" charset="0"/>
            </a:endParaRPr>
          </a:p>
        </p:txBody>
      </p:sp>
      <p:sp>
        <p:nvSpPr>
          <p:cNvPr id="23" name="Fußzeilenplatzhalter 22">
            <a:extLst>
              <a:ext uri="{FF2B5EF4-FFF2-40B4-BE49-F238E27FC236}">
                <a16:creationId xmlns:a16="http://schemas.microsoft.com/office/drawing/2014/main" id="{6877654F-B6C0-1385-3890-194A96D7FF6A}"/>
              </a:ext>
            </a:extLst>
          </p:cNvPr>
          <p:cNvSpPr>
            <a:spLocks noGrp="1"/>
          </p:cNvSpPr>
          <p:nvPr>
            <p:ph type="ftr" sz="quarter" idx="3"/>
          </p:nvPr>
        </p:nvSpPr>
        <p:spPr>
          <a:xfrm>
            <a:off x="4038600" y="6412916"/>
            <a:ext cx="4114800" cy="366212"/>
          </a:xfrm>
          <a:prstGeom prst="rect">
            <a:avLst/>
          </a:prstGeom>
        </p:spPr>
        <p:txBody>
          <a:bodyPr vert="horz" lIns="91440" tIns="45720" rIns="91440" bIns="45720" rtlCol="0" anchor="ctr"/>
          <a:lstStyle>
            <a:lvl1pPr algn="ctr">
              <a:defRPr sz="800">
                <a:solidFill>
                  <a:schemeClr val="bg2"/>
                </a:solidFill>
                <a:latin typeface="Montserrat Medium" panose="00000600000000000000" pitchFamily="2" charset="0"/>
              </a:defRPr>
            </a:lvl1pPr>
          </a:lstStyle>
          <a:p>
            <a:r>
              <a:rPr lang="de-DE"/>
              <a:t>- Präsentationstitel -</a:t>
            </a:r>
          </a:p>
        </p:txBody>
      </p:sp>
    </p:spTree>
    <p:extLst>
      <p:ext uri="{BB962C8B-B14F-4D97-AF65-F5344CB8AC3E}">
        <p14:creationId xmlns:p14="http://schemas.microsoft.com/office/powerpoint/2010/main" val="1506448089"/>
      </p:ext>
    </p:extLst>
  </p:cSld>
  <p:clrMap bg1="lt1" tx1="dk1" bg2="lt2" tx2="dk2" accent1="accent1" accent2="accent2" accent3="accent3" accent4="accent4" accent5="accent5" accent6="accent6" hlink="hlink" folHlink="folHlink"/>
  <p:sldLayoutIdLst>
    <p:sldLayoutId id="2147483740" r:id="rId1"/>
    <p:sldLayoutId id="2147483738" r:id="rId2"/>
    <p:sldLayoutId id="2147483667" r:id="rId3"/>
    <p:sldLayoutId id="2147483715" r:id="rId4"/>
    <p:sldLayoutId id="2147483714" r:id="rId5"/>
    <p:sldLayoutId id="2147483713" r:id="rId6"/>
    <p:sldLayoutId id="2147483718" r:id="rId7"/>
    <p:sldLayoutId id="2147483739" r:id="rId8"/>
    <p:sldLayoutId id="2147483741" r:id="rId9"/>
    <p:sldLayoutId id="2147483742" r:id="rId10"/>
    <p:sldLayoutId id="2147483743" r:id="rId11"/>
    <p:sldLayoutId id="2147483717" r:id="rId12"/>
    <p:sldLayoutId id="2147483655" r:id="rId13"/>
    <p:sldLayoutId id="2147483716" r:id="rId14"/>
    <p:sldLayoutId id="2147483737" r:id="rId15"/>
  </p:sldLayoutIdLst>
  <p:hf hdr="0" ftr="0"/>
  <p:txStyles>
    <p:titleStyle>
      <a:lvl1pPr algn="l" defTabSz="914400" rtl="0" eaLnBrk="1" latinLnBrk="0" hangingPunct="1">
        <a:lnSpc>
          <a:spcPct val="90000"/>
        </a:lnSpc>
        <a:spcBef>
          <a:spcPct val="0"/>
        </a:spcBef>
        <a:buNone/>
        <a:defRPr sz="2800" kern="1200">
          <a:solidFill>
            <a:srgbClr val="003F63"/>
          </a:solidFill>
          <a:latin typeface="Montserrat Medium" panose="00000600000000000000" pitchFamily="2"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800" kern="1200">
          <a:solidFill>
            <a:schemeClr val="tx1"/>
          </a:solidFill>
          <a:latin typeface="Montserrat Medium" panose="00000600000000000000" pitchFamily="2"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ontserrat Medium" panose="00000600000000000000" pitchFamily="2"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ontserrat Medium" panose="00000600000000000000" pitchFamily="2"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ontserrat Medium" panose="00000600000000000000" pitchFamily="2"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Montserrat Medium" panose="00000600000000000000" pitchFamily="2"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7" userDrawn="1">
          <p15:clr>
            <a:srgbClr val="F26B43"/>
          </p15:clr>
        </p15:guide>
        <p15:guide id="3" pos="7355" userDrawn="1">
          <p15:clr>
            <a:srgbClr val="F26B43"/>
          </p15:clr>
        </p15:guide>
        <p15:guide id="4" pos="32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review_6_90.png"/><Relationship Id="rId3" Type="http://schemas.openxmlformats.org/officeDocument/2006/relationships/hyperlink" Target="https://playground.digital.auto/model/67d2eb3e880fe100272d033e/library/prototype/6a9684f804417b08156ceb7a/code"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playground.digital.auto/"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raihhann/IAA-Transport-Hackathon-Guidelines" TargetMode="External"/><Relationship Id="rId3" Type="http://schemas.openxmlformats.org/officeDocument/2006/relationships/hyperlink" Target="https://playground.digital.auto/" TargetMode="External"/><Relationship Id="rId4" Type="http://schemas.openxmlformats.org/officeDocument/2006/relationships/hyperlink" Target="https://playground.digital.auto/model/67d2eb3e880fe100272d033e/library/prototype/6a9684f804417b08156ceb7a/code" TargetMode="External"/><Relationship Id="rId5" Type="http://schemas.openxmlformats.org/officeDocument/2006/relationships/hyperlink" Target="https://docs.digital.auto/" TargetMode="External"/><Relationship Id="rId6" Type="http://schemas.openxmlformats.org/officeDocument/2006/relationships/hyperlink" Target="https://www.linkedin.com/in/xiangwei-cheng/" TargetMode="External"/><Relationship Id="rId7" Type="http://schemas.openxmlformats.org/officeDocument/2006/relationships/hyperlink" Target="https://www.linkedin.com/in/raihan-edin/" TargetMode="Externa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review_13_9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review_14_95.png"/><Relationship Id="rId3" Type="http://schemas.openxmlformats.org/officeDocument/2006/relationships/image" Target="../media/review_14_96.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platzhalter 3" descr="Ein Bild, das draußen, Baum, Luftfotografie, Vogelperspektive enthält.&#10;&#10;Automatisch generierte Beschreibung">
            <a:extLst>
              <a:ext uri="{FF2B5EF4-FFF2-40B4-BE49-F238E27FC236}">
                <a16:creationId xmlns:a16="http://schemas.microsoft.com/office/drawing/2014/main" id="{5A74801F-AB00-B5E1-4651-7D9CFCB49120}"/>
              </a:ext>
            </a:extLst>
          </p:cNvPr>
          <p:cNvPicPr>
            <a:picLocks noGrp="1" noChangeAspect="1"/>
          </p:cNvPicPr>
          <p:nvPr>
            <p:ph type="pic" sz="quarter" idx="12"/>
          </p:nvPr>
        </p:nvPicPr>
        <p:blipFill rotWithShape="1">
          <a:blip r:embed="rId3" cstate="print">
            <a:extLst>
              <a:ext uri="{28A0092B-C50C-407E-A947-70E740481C1C}">
                <a14:useLocalDpi xmlns:a14="http://schemas.microsoft.com/office/drawing/2010/main" val="0"/>
              </a:ext>
            </a:extLst>
          </a:blip>
          <a:srcRect l="501" r="501"/>
          <a:stretch/>
        </p:blipFill>
        <p:spPr>
          <a:xfrm>
            <a:off x="0" y="1152525"/>
            <a:ext cx="12192000" cy="5705475"/>
          </a:xfrm>
          <a:prstGeom prst="rect">
            <a:avLst/>
          </a:prstGeom>
        </p:spPr>
      </p:pic>
      <p:sp>
        <p:nvSpPr>
          <p:cNvPr id="5" name="Textplatzhalter 2">
            <a:extLst>
              <a:ext uri="{FF2B5EF4-FFF2-40B4-BE49-F238E27FC236}">
                <a16:creationId xmlns:a16="http://schemas.microsoft.com/office/drawing/2014/main" id="{34784B8C-B0E6-D714-9A5D-BD73959A0035}"/>
              </a:ext>
            </a:extLst>
          </p:cNvPr>
          <p:cNvSpPr>
            <a:spLocks noGrp="1"/>
          </p:cNvSpPr>
          <p:nvPr>
            <p:ph type="body" sz="quarter" idx="11"/>
          </p:nvPr>
        </p:nvSpPr>
        <p:spPr>
          <a:xfrm>
            <a:off x="0" y="3710688"/>
            <a:ext cx="7824787" cy="2963541"/>
          </a:xfrm>
        </p:spPr>
        <p:txBody>
          <a:bodyPr/>
          <a:lstStyle/>
          <a:p>
            <a:pPr>
              <a:buNone/>
              <a:lnSpc>
                <a:spcPct val="110000"/>
              </a:lnSpc>
              <a:spcAft>
                <a:spcPts val="600"/>
              </a:spcAft>
            </a:pPr>
            <a:r>
              <a:rPr lang="en-US" sz="3000" b="0">
                <a:solidFill>
                  <a:srgbClr val="003F63"/>
                </a:solidFill>
                <a:latin typeface="Montserrat Medium"/>
              </a:rPr>
              <a:t>IAA LCV Hackathon 2026</a:t>
            </a:r>
          </a:p>
          <a:p>
            <a:pPr>
              <a:buNone/>
              <a:lnSpc>
                <a:spcPct val="110000"/>
              </a:lnSpc>
              <a:spcAft>
                <a:spcPts val="600"/>
              </a:spcAft>
            </a:pPr>
            <a:r>
              <a:rPr lang="en-US" sz="1800" b="0">
                <a:solidFill>
                  <a:srgbClr val="003F63"/>
                </a:solidFill>
                <a:latin typeface="Montserrat Medium"/>
              </a:rPr>
              <a:t>Bring-Your-Own-Device</a:t>
            </a:r>
          </a:p>
          <a:p>
            <a:pPr>
              <a:buNone/>
              <a:lnSpc>
                <a:spcPct val="110000"/>
              </a:lnSpc>
              <a:spcAft>
                <a:spcPts val="600"/>
              </a:spcAft>
            </a:pPr>
            <a:r>
              <a:rPr lang="en-US" sz="1800" b="0">
                <a:solidFill>
                  <a:srgbClr val="003F63"/>
                </a:solidFill>
                <a:latin typeface="Montserrat Medium"/>
              </a:rPr>
              <a:t>External devices. Useful vehicle applications.</a:t>
            </a:r>
          </a:p>
          <a:p>
            <a:pPr>
              <a:buNone/>
              <a:lnSpc>
                <a:spcPct val="110000"/>
              </a:lnSpc>
              <a:spcAft>
                <a:spcPts val="600"/>
              </a:spcAft>
            </a:pPr>
            <a:r>
              <a:rPr lang="en-US" sz="1800" b="0">
                <a:solidFill>
                  <a:srgbClr val="003F63"/>
                </a:solidFill>
                <a:latin typeface="Montserrat Medium"/>
              </a:rPr>
              <a:t>digital.auto and prototype.club</a:t>
            </a:r>
          </a:p>
          <a:p>
            <a:pPr>
              <a:buNone/>
              <a:lnSpc>
                <a:spcPct val="110000"/>
              </a:lnSpc>
              <a:spcAft>
                <a:spcPts val="600"/>
              </a:spcAft>
            </a:pPr>
            <a:r>
              <a:rPr lang="en-US" sz="1800" b="0">
                <a:solidFill>
                  <a:srgbClr val="003F63"/>
                </a:solidFill>
                <a:latin typeface="Montserrat Medium"/>
              </a:rPr>
              <a:t>Chris Cheng, Ferdinand-Steinbeis-Institut</a:t>
            </a:r>
          </a:p>
        </p:txBody>
      </p:sp>
    </p:spTree>
    <p:extLst>
      <p:ext uri="{BB962C8B-B14F-4D97-AF65-F5344CB8AC3E}">
        <p14:creationId xmlns:p14="http://schemas.microsoft.com/office/powerpoint/2010/main" val="4019678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0103483C-127C-3D14-03BB-BE50DB483DB0}"/>
              </a:ext>
            </a:extLst>
          </p:cNvPr>
          <p:cNvSpPr>
            <a:spLocks noGrp="1"/>
          </p:cNvSpPr>
          <p:nvPr>
            <p:ph type="title"/>
          </p:nvPr>
        </p:nvSpPr>
        <p:spPr/>
        <p:txBody>
          <a:bodyPr/>
          <a:lstStyle/>
          <a:p>
            <a:r>
              <a:rPr lang="en-IN" dirty="0"/>
              <a:t>The job extends beyond the vehicle</a:t>
            </a:r>
          </a:p>
        </p:txBody>
      </p:sp>
      <p:sp>
        <p:nvSpPr>
          <p:cNvPr id="4" name="Textplatzhalter 3">
            <a:extLst>
              <a:ext uri="{FF2B5EF4-FFF2-40B4-BE49-F238E27FC236}">
                <a16:creationId xmlns:a16="http://schemas.microsoft.com/office/drawing/2014/main" id="{91C97C61-4074-8162-E12F-E78A294BE296}"/>
              </a:ext>
            </a:extLst>
          </p:cNvPr>
          <p:cNvSpPr>
            <a:spLocks noGrp="1"/>
          </p:cNvSpPr>
          <p:nvPr>
            <p:ph type="body" sz="quarter" idx="14"/>
          </p:nvPr>
        </p:nvSpPr>
        <p:spPr/>
        <p:txBody>
          <a:bodyPr>
            <a:normAutofit lnSpcReduction="10000"/>
          </a:bodyPr>
          <a:lstStyle/>
          <a:p>
            <a:r>
              <a:rPr lang="en-IN" dirty="0">
                <a:solidFill>
                  <a:srgbClr val="30414C"/>
                </a:solidFill>
                <a:latin typeface="Arial"/>
                <a:ea typeface="Arial"/>
                <a:cs typeface="Arial"/>
              </a:rPr>
              <a:t>A contractor’s tools. A sensitive load. Live cargo</a:t>
            </a:r>
            <a:endParaRPr lang="de-DE" dirty="0"/>
          </a:p>
        </p:txBody>
      </p:sp>
      <p:pic>
        <p:nvPicPr>
          <p:cNvPr id="38" name="Picture 37">
            <a:extLst>
              <a:ext uri="{FF2B5EF4-FFF2-40B4-BE49-F238E27FC236}">
                <a16:creationId xmlns:a16="http://schemas.microsoft.com/office/drawing/2014/main" id="{61FBF39E-EC30-1AA3-6B8F-F7660684EE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74977" y="1355805"/>
            <a:ext cx="8442045" cy="3898739"/>
          </a:xfrm>
          <a:prstGeom prst="rect">
            <a:avLst/>
          </a:prstGeom>
        </p:spPr>
      </p:pic>
      <p:sp>
        <p:nvSpPr>
          <p:cNvPr id="40" name="TextBox 39">
            <a:extLst>
              <a:ext uri="{FF2B5EF4-FFF2-40B4-BE49-F238E27FC236}">
                <a16:creationId xmlns:a16="http://schemas.microsoft.com/office/drawing/2014/main" id="{4BD2BBBA-507E-C7A3-9805-CA12F2FE70A0}"/>
              </a:ext>
            </a:extLst>
          </p:cNvPr>
          <p:cNvSpPr txBox="1"/>
          <p:nvPr/>
        </p:nvSpPr>
        <p:spPr>
          <a:xfrm>
            <a:off x="1874977" y="5353208"/>
            <a:ext cx="8442045" cy="1154470"/>
          </a:xfrm>
          <a:prstGeom prst="rect">
            <a:avLst/>
          </a:prstGeom>
          <a:noFill/>
        </p:spPr>
        <p:txBody>
          <a:bodyPr wrap="square">
            <a:spAutoFit/>
          </a:bodyPr>
          <a:lstStyle/>
          <a:p>
            <a:pPr algn="l">
              <a:defRPr sz="3070" b="1">
                <a:solidFill>
                  <a:srgbClr val="30414C"/>
                </a:solidFill>
                <a:latin typeface="Arial"/>
                <a:ea typeface="Arial"/>
                <a:cs typeface="Arial"/>
              </a:defRPr>
            </a:pPr>
            <a:r>
              <a:rPr lang="en-IN" sz="2800" b="1" dirty="0">
                <a:solidFill>
                  <a:srgbClr val="30414C"/>
                </a:solidFill>
                <a:latin typeface="+mj-lt"/>
                <a:ea typeface="Arial"/>
                <a:cs typeface="Arial"/>
              </a:rPr>
              <a:t>Useful information often comes from outside the built-in vehicle systems.</a:t>
            </a:r>
          </a:p>
        </p:txBody>
      </p:sp>
    </p:spTree>
    <p:extLst>
      <p:ext uri="{BB962C8B-B14F-4D97-AF65-F5344CB8AC3E}">
        <p14:creationId xmlns:p14="http://schemas.microsoft.com/office/powerpoint/2010/main" val="63504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D7D4F52C-0C98-618E-0AC1-71BB01F61143}"/>
              </a:ext>
            </a:extLst>
          </p:cNvPr>
          <p:cNvSpPr>
            <a:spLocks noGrp="1"/>
          </p:cNvSpPr>
          <p:nvPr>
            <p:ph type="title"/>
          </p:nvPr>
        </p:nvSpPr>
        <p:spPr>
          <a:xfrm>
            <a:off x="515937" y="460859"/>
            <a:ext cx="9163771" cy="392798"/>
          </a:xfrm>
        </p:spPr>
        <p:txBody>
          <a:bodyPr/>
          <a:lstStyle/>
          <a:p>
            <a:r>
              <a:rPr lang="en-IN" dirty="0"/>
              <a:t>BYOD in a commercial vehicle</a:t>
            </a:r>
          </a:p>
        </p:txBody>
      </p:sp>
      <p:sp>
        <p:nvSpPr>
          <p:cNvPr id="14" name="Rectangle: Rounded Corners 13">
            <a:extLst>
              <a:ext uri="{FF2B5EF4-FFF2-40B4-BE49-F238E27FC236}">
                <a16:creationId xmlns:a16="http://schemas.microsoft.com/office/drawing/2014/main" id="{64BB520D-6345-6B30-834F-76F930E2812F}"/>
              </a:ext>
            </a:extLst>
          </p:cNvPr>
          <p:cNvSpPr/>
          <p:nvPr/>
        </p:nvSpPr>
        <p:spPr>
          <a:xfrm>
            <a:off x="8224534" y="2837095"/>
            <a:ext cx="2910348" cy="117888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FFFFFF"/>
                </a:solidFill>
              </a:rPr>
              <a:t>Vehicle / Interface</a:t>
            </a:r>
          </a:p>
        </p:txBody>
      </p:sp>
      <p:sp>
        <p:nvSpPr>
          <p:cNvPr id="19" name="Rectangle: Rounded Corners 18">
            <a:extLst>
              <a:ext uri="{FF2B5EF4-FFF2-40B4-BE49-F238E27FC236}">
                <a16:creationId xmlns:a16="http://schemas.microsoft.com/office/drawing/2014/main" id="{598F7D20-2467-9E34-2C67-F94E25D2F44C}"/>
              </a:ext>
            </a:extLst>
          </p:cNvPr>
          <p:cNvSpPr/>
          <p:nvPr/>
        </p:nvSpPr>
        <p:spPr>
          <a:xfrm>
            <a:off x="900105" y="2837095"/>
            <a:ext cx="2910348" cy="117888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FFFFFF"/>
                </a:solidFill>
              </a:rPr>
              <a:t>External devices</a:t>
            </a:r>
          </a:p>
        </p:txBody>
      </p:sp>
      <p:sp>
        <p:nvSpPr>
          <p:cNvPr id="20" name="Rectangle: Rounded Corners 19">
            <a:extLst>
              <a:ext uri="{FF2B5EF4-FFF2-40B4-BE49-F238E27FC236}">
                <a16:creationId xmlns:a16="http://schemas.microsoft.com/office/drawing/2014/main" id="{F7ECA7C3-EA64-4775-1AD8-45A321607E1C}"/>
              </a:ext>
            </a:extLst>
          </p:cNvPr>
          <p:cNvSpPr/>
          <p:nvPr/>
        </p:nvSpPr>
        <p:spPr>
          <a:xfrm>
            <a:off x="4562319" y="2837095"/>
            <a:ext cx="2910348" cy="117888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FFFFFF"/>
                </a:solidFill>
              </a:rPr>
              <a:t>Application logic</a:t>
            </a:r>
          </a:p>
        </p:txBody>
      </p:sp>
      <p:sp>
        <p:nvSpPr>
          <p:cNvPr id="22" name="TextBox 21">
            <a:extLst>
              <a:ext uri="{FF2B5EF4-FFF2-40B4-BE49-F238E27FC236}">
                <a16:creationId xmlns:a16="http://schemas.microsoft.com/office/drawing/2014/main" id="{CD7F3089-0FAF-5806-26C5-B98FFEAE6697}"/>
              </a:ext>
            </a:extLst>
          </p:cNvPr>
          <p:cNvSpPr txBox="1"/>
          <p:nvPr/>
        </p:nvSpPr>
        <p:spPr>
          <a:xfrm>
            <a:off x="943194" y="4149220"/>
            <a:ext cx="2824170" cy="1117229"/>
          </a:xfrm>
          <a:prstGeom prst="rect">
            <a:avLst/>
          </a:prstGeom>
          <a:noFill/>
        </p:spPr>
        <p:txBody>
          <a:bodyPr wrap="square">
            <a:spAutoFit/>
          </a:bodyPr>
          <a:lstStyle/>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Camera</a:t>
            </a:r>
          </a:p>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Phone </a:t>
            </a:r>
            <a:r>
              <a:rPr lang="en-IN" sz="2000" dirty="0">
                <a:solidFill>
                  <a:srgbClr val="30414C"/>
                </a:solidFill>
                <a:latin typeface="Arial"/>
                <a:ea typeface="Arial"/>
                <a:cs typeface="Arial"/>
              </a:rPr>
              <a:t>/</a:t>
            </a:r>
            <a:r>
              <a:rPr lang="en-IN" sz="2000" b="0" dirty="0">
                <a:solidFill>
                  <a:srgbClr val="30414C"/>
                </a:solidFill>
                <a:latin typeface="Arial"/>
                <a:ea typeface="Arial"/>
                <a:cs typeface="Arial"/>
              </a:rPr>
              <a:t> Wearable</a:t>
            </a:r>
          </a:p>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Tool</a:t>
            </a:r>
            <a:r>
              <a:rPr lang="en-IN" sz="2000" dirty="0">
                <a:solidFill>
                  <a:srgbClr val="30414C"/>
                </a:solidFill>
                <a:latin typeface="Arial"/>
                <a:ea typeface="Arial"/>
                <a:cs typeface="Arial"/>
              </a:rPr>
              <a:t> / </a:t>
            </a:r>
            <a:r>
              <a:rPr lang="en-IN" sz="2000" b="0" dirty="0">
                <a:solidFill>
                  <a:srgbClr val="30414C"/>
                </a:solidFill>
                <a:latin typeface="Arial"/>
                <a:ea typeface="Arial"/>
                <a:cs typeface="Arial"/>
              </a:rPr>
              <a:t>Sensor</a:t>
            </a:r>
          </a:p>
        </p:txBody>
      </p:sp>
      <p:sp>
        <p:nvSpPr>
          <p:cNvPr id="24" name="TextBox 23">
            <a:extLst>
              <a:ext uri="{FF2B5EF4-FFF2-40B4-BE49-F238E27FC236}">
                <a16:creationId xmlns:a16="http://schemas.microsoft.com/office/drawing/2014/main" id="{5651253F-E3BF-7DDA-7D96-5827B2CA2E1B}"/>
              </a:ext>
            </a:extLst>
          </p:cNvPr>
          <p:cNvSpPr txBox="1"/>
          <p:nvPr/>
        </p:nvSpPr>
        <p:spPr>
          <a:xfrm>
            <a:off x="4417180" y="4149221"/>
            <a:ext cx="3357640" cy="1117229"/>
          </a:xfrm>
          <a:prstGeom prst="rect">
            <a:avLst/>
          </a:prstGeom>
          <a:noFill/>
        </p:spPr>
        <p:txBody>
          <a:bodyPr wrap="square">
            <a:spAutoFit/>
          </a:bodyPr>
          <a:lstStyle/>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Interpret the signal</a:t>
            </a:r>
          </a:p>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Use the job context</a:t>
            </a:r>
          </a:p>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Decide on a response</a:t>
            </a:r>
          </a:p>
        </p:txBody>
      </p:sp>
      <p:sp>
        <p:nvSpPr>
          <p:cNvPr id="27" name="TextBox 26">
            <a:extLst>
              <a:ext uri="{FF2B5EF4-FFF2-40B4-BE49-F238E27FC236}">
                <a16:creationId xmlns:a16="http://schemas.microsoft.com/office/drawing/2014/main" id="{401D3229-86A5-DAC0-51E5-4A62A3209377}"/>
              </a:ext>
            </a:extLst>
          </p:cNvPr>
          <p:cNvSpPr txBox="1"/>
          <p:nvPr/>
        </p:nvSpPr>
        <p:spPr>
          <a:xfrm>
            <a:off x="8000888" y="4164609"/>
            <a:ext cx="3357640" cy="778675"/>
          </a:xfrm>
          <a:prstGeom prst="rect">
            <a:avLst/>
          </a:prstGeom>
          <a:noFill/>
        </p:spPr>
        <p:txBody>
          <a:bodyPr wrap="square">
            <a:spAutoFit/>
          </a:bodyPr>
          <a:lstStyle/>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Make the result visible</a:t>
            </a:r>
          </a:p>
          <a:p>
            <a:pPr marL="342900" indent="-342900" algn="l">
              <a:buFont typeface="Arial" panose="020B0604020202020204" pitchFamily="34" charset="0"/>
              <a:buChar char="•"/>
              <a:defRPr sz="2419" b="0">
                <a:solidFill>
                  <a:srgbClr val="30414C"/>
                </a:solidFill>
                <a:latin typeface="Arial"/>
                <a:ea typeface="Arial"/>
                <a:cs typeface="Arial"/>
              </a:defRPr>
            </a:pPr>
            <a:r>
              <a:rPr lang="en-IN" sz="2000" b="0" dirty="0">
                <a:solidFill>
                  <a:srgbClr val="30414C"/>
                </a:solidFill>
                <a:latin typeface="Arial"/>
                <a:ea typeface="Arial"/>
                <a:cs typeface="Arial"/>
              </a:rPr>
              <a:t>Support the user’s task</a:t>
            </a:r>
          </a:p>
        </p:txBody>
      </p:sp>
      <p:sp>
        <p:nvSpPr>
          <p:cNvPr id="31" name="TextBox 30">
            <a:extLst>
              <a:ext uri="{FF2B5EF4-FFF2-40B4-BE49-F238E27FC236}">
                <a16:creationId xmlns:a16="http://schemas.microsoft.com/office/drawing/2014/main" id="{72343E32-A7D5-3826-7302-EFB1EE8A6DBA}"/>
              </a:ext>
            </a:extLst>
          </p:cNvPr>
          <p:cNvSpPr txBox="1"/>
          <p:nvPr/>
        </p:nvSpPr>
        <p:spPr>
          <a:xfrm>
            <a:off x="900105" y="5579409"/>
            <a:ext cx="9163050" cy="440121"/>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2000" b="1" dirty="0">
                <a:solidFill>
                  <a:schemeClr val="tx2">
                    <a:lumMod val="95000"/>
                    <a:lumOff val="5000"/>
                  </a:schemeClr>
                </a:solidFill>
                <a:latin typeface="+mj-lt"/>
                <a:ea typeface="Consolas"/>
                <a:cs typeface="Consolas"/>
              </a:rPr>
              <a:t>The reference camera is a starting point for a broader ecosystem.</a:t>
            </a:r>
          </a:p>
        </p:txBody>
      </p:sp>
      <p:sp>
        <p:nvSpPr>
          <p:cNvPr id="32" name="TextBox 31">
            <a:extLst>
              <a:ext uri="{FF2B5EF4-FFF2-40B4-BE49-F238E27FC236}">
                <a16:creationId xmlns:a16="http://schemas.microsoft.com/office/drawing/2014/main" id="{EE3C4B61-F9AD-2F25-841E-2AFFC8624BED}"/>
              </a:ext>
            </a:extLst>
          </p:cNvPr>
          <p:cNvSpPr txBox="1"/>
          <p:nvPr/>
        </p:nvSpPr>
        <p:spPr>
          <a:xfrm>
            <a:off x="900104" y="1702365"/>
            <a:ext cx="10234777" cy="830997"/>
          </a:xfrm>
          <a:prstGeom prst="rect">
            <a:avLst/>
          </a:prstGeom>
          <a:noFill/>
        </p:spPr>
        <p:txBody>
          <a:bodyPr wrap="square">
            <a:spAutoFit/>
          </a:bodyPr>
          <a:lstStyle/>
          <a:p>
            <a:pPr>
              <a:defRPr sz="2512" b="1">
                <a:solidFill>
                  <a:srgbClr val="239FB2"/>
                </a:solidFill>
                <a:latin typeface="Consolas"/>
                <a:ea typeface="Consolas"/>
                <a:cs typeface="Consolas"/>
              </a:defRPr>
            </a:pPr>
            <a:r>
              <a:rPr lang="en-IN" sz="2400" dirty="0">
                <a:solidFill>
                  <a:srgbClr val="30414C"/>
                </a:solidFill>
                <a:latin typeface="Arial"/>
                <a:ea typeface="Arial"/>
                <a:cs typeface="Arial"/>
              </a:rPr>
              <a:t>External hardware connects with a software-defined commercial vehicle.</a:t>
            </a:r>
            <a:endParaRPr lang="en-IN" sz="2400" b="1" dirty="0">
              <a:solidFill>
                <a:schemeClr val="tx2">
                  <a:lumMod val="95000"/>
                  <a:lumOff val="5000"/>
                </a:schemeClr>
              </a:solidFill>
              <a:latin typeface="+mj-lt"/>
              <a:ea typeface="Consolas"/>
              <a:cs typeface="Consolas"/>
            </a:endParaRPr>
          </a:p>
        </p:txBody>
      </p:sp>
      <p:cxnSp>
        <p:nvCxnSpPr>
          <p:cNvPr id="34" name="Straight Arrow Connector 33">
            <a:extLst>
              <a:ext uri="{FF2B5EF4-FFF2-40B4-BE49-F238E27FC236}">
                <a16:creationId xmlns:a16="http://schemas.microsoft.com/office/drawing/2014/main" id="{8279A017-131D-441E-F83D-4AF87E64F52B}"/>
              </a:ext>
            </a:extLst>
          </p:cNvPr>
          <p:cNvCxnSpPr>
            <a:stCxn id="19" idx="3"/>
            <a:endCxn id="20" idx="1"/>
          </p:cNvCxnSpPr>
          <p:nvPr/>
        </p:nvCxnSpPr>
        <p:spPr>
          <a:xfrm>
            <a:off x="3810453" y="3426539"/>
            <a:ext cx="75186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F89BDD1A-BF2F-C685-F2F1-6088D232BDEF}"/>
              </a:ext>
            </a:extLst>
          </p:cNvPr>
          <p:cNvCxnSpPr>
            <a:stCxn id="20" idx="3"/>
            <a:endCxn id="14" idx="1"/>
          </p:cNvCxnSpPr>
          <p:nvPr/>
        </p:nvCxnSpPr>
        <p:spPr>
          <a:xfrm>
            <a:off x="7472667" y="3426539"/>
            <a:ext cx="7518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5781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1322E-46AA-C85D-2F5E-52E71BEF042E}"/>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CB712B1-2AC3-176D-1B48-08D5298D26FA}"/>
              </a:ext>
            </a:extLst>
          </p:cNvPr>
          <p:cNvSpPr>
            <a:spLocks noGrp="1"/>
          </p:cNvSpPr>
          <p:nvPr>
            <p:ph type="title"/>
          </p:nvPr>
        </p:nvSpPr>
        <p:spPr>
          <a:xfrm>
            <a:off x="515937" y="460859"/>
            <a:ext cx="9163771" cy="392798"/>
          </a:xfrm>
        </p:spPr>
        <p:txBody>
          <a:bodyPr/>
          <a:lstStyle/>
          <a:p>
            <a:r>
              <a:rPr lang="en-IN" dirty="0"/>
              <a:t>The challenge</a:t>
            </a:r>
          </a:p>
        </p:txBody>
      </p:sp>
      <p:sp>
        <p:nvSpPr>
          <p:cNvPr id="6" name="TextBox 5">
            <a:extLst>
              <a:ext uri="{FF2B5EF4-FFF2-40B4-BE49-F238E27FC236}">
                <a16:creationId xmlns:a16="http://schemas.microsoft.com/office/drawing/2014/main" id="{ABF413D8-1B8D-C7DC-3F4F-E0E3DEEC9D08}"/>
              </a:ext>
            </a:extLst>
          </p:cNvPr>
          <p:cNvSpPr txBox="1"/>
          <p:nvPr/>
        </p:nvSpPr>
        <p:spPr>
          <a:xfrm>
            <a:off x="678425" y="1802745"/>
            <a:ext cx="9350478" cy="2123658"/>
          </a:xfrm>
          <a:prstGeom prst="rect">
            <a:avLst/>
          </a:prstGeom>
          <a:noFill/>
        </p:spPr>
        <p:txBody>
          <a:bodyPr wrap="square">
            <a:spAutoFit/>
          </a:bodyPr>
          <a:lstStyle/>
          <a:p>
            <a:pPr algn="l">
              <a:defRPr sz="5302" b="1">
                <a:solidFill>
                  <a:srgbClr val="30414C"/>
                </a:solidFill>
                <a:latin typeface="Arial"/>
                <a:ea typeface="Arial"/>
                <a:cs typeface="Arial"/>
              </a:defRPr>
            </a:pPr>
            <a:r>
              <a:rPr lang="en-IN" sz="4400" b="1" dirty="0">
                <a:solidFill>
                  <a:srgbClr val="30414C"/>
                </a:solidFill>
                <a:latin typeface="+mj-lt"/>
                <a:ea typeface="Arial"/>
                <a:cs typeface="Arial"/>
              </a:rPr>
              <a:t>Build a prototype that connects</a:t>
            </a:r>
          </a:p>
          <a:p>
            <a:pPr algn="l">
              <a:defRPr sz="5302" b="1">
                <a:solidFill>
                  <a:srgbClr val="30414C"/>
                </a:solidFill>
                <a:latin typeface="Arial"/>
                <a:ea typeface="Arial"/>
                <a:cs typeface="Arial"/>
              </a:defRPr>
            </a:pPr>
            <a:r>
              <a:rPr lang="en-IN" sz="4400" b="1" dirty="0">
                <a:solidFill>
                  <a:srgbClr val="30414C"/>
                </a:solidFill>
                <a:latin typeface="+mj-lt"/>
                <a:ea typeface="Arial"/>
                <a:cs typeface="Arial"/>
              </a:rPr>
              <a:t>an external device to a useful</a:t>
            </a:r>
          </a:p>
          <a:p>
            <a:pPr algn="l">
              <a:defRPr sz="5302" b="1">
                <a:solidFill>
                  <a:srgbClr val="30414C"/>
                </a:solidFill>
                <a:latin typeface="Arial"/>
                <a:ea typeface="Arial"/>
                <a:cs typeface="Arial"/>
              </a:defRPr>
            </a:pPr>
            <a:r>
              <a:rPr lang="en-IN" sz="4400" b="1" dirty="0">
                <a:solidFill>
                  <a:srgbClr val="30414C"/>
                </a:solidFill>
                <a:latin typeface="+mj-lt"/>
                <a:ea typeface="Arial"/>
                <a:cs typeface="Arial"/>
              </a:rPr>
              <a:t>commercial vehicle workflow.</a:t>
            </a:r>
          </a:p>
        </p:txBody>
      </p:sp>
      <p:sp>
        <p:nvSpPr>
          <p:cNvPr id="30" name="TextBox 29">
            <a:extLst>
              <a:ext uri="{FF2B5EF4-FFF2-40B4-BE49-F238E27FC236}">
                <a16:creationId xmlns:a16="http://schemas.microsoft.com/office/drawing/2014/main" id="{94B89AAE-39BE-878D-A4F7-C781624AA469}"/>
              </a:ext>
            </a:extLst>
          </p:cNvPr>
          <p:cNvSpPr txBox="1"/>
          <p:nvPr/>
        </p:nvSpPr>
        <p:spPr>
          <a:xfrm>
            <a:off x="840913" y="4113468"/>
            <a:ext cx="912250" cy="478914"/>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2512" b="1" dirty="0">
                <a:solidFill>
                  <a:srgbClr val="239FB2"/>
                </a:solidFill>
                <a:latin typeface="Consolas"/>
                <a:ea typeface="Consolas"/>
                <a:cs typeface="Consolas"/>
              </a:rPr>
              <a:t>USER</a:t>
            </a:r>
          </a:p>
        </p:txBody>
      </p:sp>
      <p:sp>
        <p:nvSpPr>
          <p:cNvPr id="39" name="TextBox 38">
            <a:extLst>
              <a:ext uri="{FF2B5EF4-FFF2-40B4-BE49-F238E27FC236}">
                <a16:creationId xmlns:a16="http://schemas.microsoft.com/office/drawing/2014/main" id="{CA537608-2258-EA8E-F94B-D467BA296986}"/>
              </a:ext>
            </a:extLst>
          </p:cNvPr>
          <p:cNvSpPr txBox="1"/>
          <p:nvPr/>
        </p:nvSpPr>
        <p:spPr>
          <a:xfrm>
            <a:off x="3491961" y="4113468"/>
            <a:ext cx="1096912" cy="478914"/>
          </a:xfrm>
          <a:prstGeom prst="rect">
            <a:avLst/>
          </a:prstGeom>
          <a:noFill/>
        </p:spPr>
        <p:txBody>
          <a:bodyPr wrap="square">
            <a:spAutoFit/>
          </a:bodyPr>
          <a:lstStyle/>
          <a:p>
            <a:pPr>
              <a:defRPr sz="2512" b="1">
                <a:solidFill>
                  <a:srgbClr val="239FB2"/>
                </a:solidFill>
                <a:latin typeface="Consolas"/>
                <a:ea typeface="Consolas"/>
                <a:cs typeface="Consolas"/>
              </a:defRPr>
            </a:pPr>
            <a:r>
              <a:rPr lang="en-IN" sz="2512" b="1" dirty="0">
                <a:solidFill>
                  <a:srgbClr val="239FB2"/>
                </a:solidFill>
                <a:latin typeface="Consolas"/>
                <a:ea typeface="Consolas"/>
                <a:cs typeface="Consolas"/>
              </a:rPr>
              <a:t>EVENT</a:t>
            </a:r>
          </a:p>
        </p:txBody>
      </p:sp>
      <p:sp>
        <p:nvSpPr>
          <p:cNvPr id="40" name="TextBox 39">
            <a:extLst>
              <a:ext uri="{FF2B5EF4-FFF2-40B4-BE49-F238E27FC236}">
                <a16:creationId xmlns:a16="http://schemas.microsoft.com/office/drawing/2014/main" id="{117C189A-0798-36FE-9979-9F5FCEB0097D}"/>
              </a:ext>
            </a:extLst>
          </p:cNvPr>
          <p:cNvSpPr txBox="1"/>
          <p:nvPr/>
        </p:nvSpPr>
        <p:spPr>
          <a:xfrm>
            <a:off x="5842000" y="4114800"/>
            <a:ext cx="2159000" cy="482600"/>
          </a:xfrm>
          <a:prstGeom prst="rect">
            <a:avLst/>
          </a:prstGeom>
          <a:noFill/>
        </p:spPr>
        <p:txBody>
          <a:bodyPr wrap="square">
            <a:spAutoFit/>
          </a:bodyPr>
          <a:lstStyle/>
          <a:p>
            <a:pPr>
              <a:defRPr sz="2512" b="1">
                <a:solidFill>
                  <a:srgbClr val="239FB2"/>
                </a:solidFill>
                <a:latin typeface="Consolas"/>
                <a:ea typeface="Consolas"/>
                <a:cs typeface="Consolas"/>
              </a:defRPr>
            </a:pPr>
            <a:r>
              <a:rPr lang="en-IN" sz="2512" b="1" dirty="0">
                <a:solidFill>
                  <a:srgbClr val="239FB2"/>
                </a:solidFill>
                <a:latin typeface="Consolas"/>
                <a:ea typeface="Consolas"/>
                <a:cs typeface="Consolas"/>
              </a:rPr>
              <a:t>RESPONSE</a:t>
            </a:r>
          </a:p>
        </p:txBody>
      </p:sp>
      <p:sp>
        <p:nvSpPr>
          <p:cNvPr id="41" name="TextBox 40">
            <a:extLst>
              <a:ext uri="{FF2B5EF4-FFF2-40B4-BE49-F238E27FC236}">
                <a16:creationId xmlns:a16="http://schemas.microsoft.com/office/drawing/2014/main" id="{147DAA6B-DDFD-D57C-E77C-66E689430360}"/>
              </a:ext>
            </a:extLst>
          </p:cNvPr>
          <p:cNvSpPr txBox="1"/>
          <p:nvPr/>
        </p:nvSpPr>
        <p:spPr>
          <a:xfrm>
            <a:off x="8645935" y="4113468"/>
            <a:ext cx="1882318" cy="478914"/>
          </a:xfrm>
          <a:prstGeom prst="rect">
            <a:avLst/>
          </a:prstGeom>
          <a:noFill/>
        </p:spPr>
        <p:txBody>
          <a:bodyPr wrap="square">
            <a:spAutoFit/>
          </a:bodyPr>
          <a:lstStyle/>
          <a:p>
            <a:pPr>
              <a:defRPr sz="2512" b="1">
                <a:solidFill>
                  <a:srgbClr val="239FB2"/>
                </a:solidFill>
                <a:latin typeface="Consolas"/>
                <a:ea typeface="Consolas"/>
                <a:cs typeface="Consolas"/>
              </a:defRPr>
            </a:pPr>
            <a:r>
              <a:rPr lang="en-IN" sz="2512" b="1" dirty="0">
                <a:solidFill>
                  <a:srgbClr val="239FB2"/>
                </a:solidFill>
                <a:latin typeface="Consolas"/>
                <a:ea typeface="Consolas"/>
                <a:cs typeface="Consolas"/>
              </a:rPr>
              <a:t>VALUE</a:t>
            </a:r>
          </a:p>
        </p:txBody>
      </p:sp>
      <p:sp>
        <p:nvSpPr>
          <p:cNvPr id="44" name="TextBox 43">
            <a:extLst>
              <a:ext uri="{FF2B5EF4-FFF2-40B4-BE49-F238E27FC236}">
                <a16:creationId xmlns:a16="http://schemas.microsoft.com/office/drawing/2014/main" id="{7CCEEF6F-590E-531D-AA14-0F517665BFA6}"/>
              </a:ext>
            </a:extLst>
          </p:cNvPr>
          <p:cNvSpPr txBox="1"/>
          <p:nvPr/>
        </p:nvSpPr>
        <p:spPr>
          <a:xfrm>
            <a:off x="678425" y="4603590"/>
            <a:ext cx="1750450" cy="1200329"/>
          </a:xfrm>
          <a:prstGeom prst="rect">
            <a:avLst/>
          </a:prstGeom>
          <a:noFill/>
        </p:spPr>
        <p:txBody>
          <a:bodyPr wrap="square" rtlCol="0">
            <a:spAutoFit/>
          </a:bodyPr>
          <a:lstStyle/>
          <a:p>
            <a:r>
              <a:rPr lang="en-IN" sz="2400" dirty="0">
                <a:solidFill>
                  <a:srgbClr val="30414C"/>
                </a:solidFill>
                <a:latin typeface="Arial"/>
                <a:ea typeface="Arial"/>
                <a:cs typeface="Arial"/>
              </a:rPr>
              <a:t>Who needs help?</a:t>
            </a:r>
          </a:p>
          <a:p>
            <a:endParaRPr lang="en-IN" sz="2400" dirty="0"/>
          </a:p>
        </p:txBody>
      </p:sp>
      <p:sp>
        <p:nvSpPr>
          <p:cNvPr id="45" name="TextBox 44">
            <a:extLst>
              <a:ext uri="{FF2B5EF4-FFF2-40B4-BE49-F238E27FC236}">
                <a16:creationId xmlns:a16="http://schemas.microsoft.com/office/drawing/2014/main" id="{F1640AEC-D358-CD72-41EE-2BE41E085D0D}"/>
              </a:ext>
            </a:extLst>
          </p:cNvPr>
          <p:cNvSpPr txBox="1"/>
          <p:nvPr/>
        </p:nvSpPr>
        <p:spPr>
          <a:xfrm>
            <a:off x="2903818" y="4603590"/>
            <a:ext cx="2499188" cy="830997"/>
          </a:xfrm>
          <a:prstGeom prst="rect">
            <a:avLst/>
          </a:prstGeom>
          <a:noFill/>
        </p:spPr>
        <p:txBody>
          <a:bodyPr wrap="square" rtlCol="0">
            <a:spAutoFit/>
          </a:bodyPr>
          <a:lstStyle/>
          <a:p>
            <a:r>
              <a:rPr lang="en-IN" sz="2400" dirty="0">
                <a:solidFill>
                  <a:srgbClr val="30414C"/>
                </a:solidFill>
                <a:latin typeface="Arial"/>
                <a:ea typeface="Arial"/>
                <a:cs typeface="Arial"/>
              </a:rPr>
              <a:t>What should the device detect?</a:t>
            </a:r>
          </a:p>
        </p:txBody>
      </p:sp>
      <p:sp>
        <p:nvSpPr>
          <p:cNvPr id="46" name="TextBox 45">
            <a:extLst>
              <a:ext uri="{FF2B5EF4-FFF2-40B4-BE49-F238E27FC236}">
                <a16:creationId xmlns:a16="http://schemas.microsoft.com/office/drawing/2014/main" id="{A82E632B-B6C9-B956-1EC9-7FCD22C04DC2}"/>
              </a:ext>
            </a:extLst>
          </p:cNvPr>
          <p:cNvSpPr txBox="1"/>
          <p:nvPr/>
        </p:nvSpPr>
        <p:spPr>
          <a:xfrm>
            <a:off x="5981228" y="4603590"/>
            <a:ext cx="2093209" cy="830997"/>
          </a:xfrm>
          <a:prstGeom prst="rect">
            <a:avLst/>
          </a:prstGeom>
          <a:noFill/>
        </p:spPr>
        <p:txBody>
          <a:bodyPr wrap="square" rtlCol="0">
            <a:spAutoFit/>
          </a:bodyPr>
          <a:lstStyle/>
          <a:p>
            <a:pPr>
              <a:defRPr sz="2884" b="0">
                <a:solidFill>
                  <a:srgbClr val="30414C"/>
                </a:solidFill>
                <a:latin typeface="Arial"/>
                <a:ea typeface="Arial"/>
                <a:cs typeface="Arial"/>
              </a:defRPr>
            </a:pPr>
            <a:r>
              <a:rPr lang="en-IN" sz="2400" dirty="0">
                <a:solidFill>
                  <a:srgbClr val="30414C"/>
                </a:solidFill>
                <a:latin typeface="Arial"/>
                <a:ea typeface="Arial"/>
                <a:cs typeface="Arial"/>
              </a:rPr>
              <a:t>What should happen next?</a:t>
            </a:r>
          </a:p>
        </p:txBody>
      </p:sp>
      <p:sp>
        <p:nvSpPr>
          <p:cNvPr id="47" name="TextBox 46">
            <a:extLst>
              <a:ext uri="{FF2B5EF4-FFF2-40B4-BE49-F238E27FC236}">
                <a16:creationId xmlns:a16="http://schemas.microsoft.com/office/drawing/2014/main" id="{041F72B3-6794-8397-4F8D-C31937E763FB}"/>
              </a:ext>
            </a:extLst>
          </p:cNvPr>
          <p:cNvSpPr txBox="1"/>
          <p:nvPr/>
        </p:nvSpPr>
        <p:spPr>
          <a:xfrm>
            <a:off x="8711868" y="4603590"/>
            <a:ext cx="1539340" cy="830997"/>
          </a:xfrm>
          <a:prstGeom prst="rect">
            <a:avLst/>
          </a:prstGeom>
          <a:noFill/>
        </p:spPr>
        <p:txBody>
          <a:bodyPr wrap="square" rtlCol="0">
            <a:spAutoFit/>
          </a:bodyPr>
          <a:lstStyle/>
          <a:p>
            <a:pPr>
              <a:defRPr sz="2884" b="0">
                <a:solidFill>
                  <a:srgbClr val="30414C"/>
                </a:solidFill>
                <a:latin typeface="Arial"/>
                <a:ea typeface="Arial"/>
                <a:cs typeface="Arial"/>
              </a:defRPr>
            </a:pPr>
            <a:r>
              <a:rPr lang="en-IN" sz="2400" dirty="0">
                <a:solidFill>
                  <a:srgbClr val="30414C"/>
                </a:solidFill>
                <a:latin typeface="Arial"/>
                <a:ea typeface="Arial"/>
                <a:cs typeface="Arial"/>
              </a:rPr>
              <a:t>Why does it matter?</a:t>
            </a:r>
          </a:p>
          <a:p>
            <a:pPr>
              <a:defRPr sz="2884" b="0">
                <a:solidFill>
                  <a:srgbClr val="30414C"/>
                </a:solidFill>
                <a:latin typeface="Arial"/>
                <a:ea typeface="Arial"/>
                <a:cs typeface="Arial"/>
              </a:defRPr>
            </a:pPr>
            <a:r>
              <a:rPr lang="en-IN" sz="2400" dirty="0">
                <a:solidFill>
                  <a:srgbClr val="30414C"/>
                </a:solidFill>
                <a:latin typeface="Arial"/>
                <a:ea typeface="Arial"/>
                <a:cs typeface="Arial"/>
              </a:rPr>
              <a:t/>
            </a:r>
          </a:p>
        </p:txBody>
      </p:sp>
    </p:spTree>
    <p:extLst>
      <p:ext uri="{BB962C8B-B14F-4D97-AF65-F5344CB8AC3E}">
        <p14:creationId xmlns:p14="http://schemas.microsoft.com/office/powerpoint/2010/main" val="243781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Three starting points for your idea</a:t>
            </a:r>
          </a:p>
        </p:txBody>
      </p:sp>
      <p:sp>
        <p:nvSpPr>
          <p:cNvPr id="3" name="Text 3"/>
          <p:cNvSpPr txBox="1"/>
          <p:nvPr/>
        </p:nvSpPr>
        <p:spPr>
          <a:xfrm>
            <a:off x="698500" y="1778000"/>
            <a:ext cx="3238500" cy="508000"/>
          </a:xfrm>
        </p:spPr>
        <p:txBody>
          <a:bodyPr wrap="square" lIns="0" rIns="0" tIns="0" bIns="0" anchor="t"/>
          <a:lstStyle/>
          <a:p>
            <a:pPr>
              <a:buNone/>
              <a:lnSpc>
                <a:spcPct val="110000"/>
              </a:lnSpc>
              <a:spcAft>
                <a:spcPts val="600"/>
              </a:spcAft>
            </a:pPr>
            <a:r>
              <a:rPr lang="en-US" sz="2400" b="1">
                <a:solidFill>
                  <a:srgbClr val="003F63"/>
                </a:solidFill>
                <a:latin typeface="Arial"/>
              </a:rPr>
              <a:t>Mobile workshop</a:t>
            </a:r>
          </a:p>
        </p:txBody>
      </p:sp>
      <p:sp>
        <p:nvSpPr>
          <p:cNvPr id="4" name="Text 4"/>
          <p:cNvSpPr txBox="1"/>
          <p:nvPr/>
        </p:nvSpPr>
        <p:spPr>
          <a:xfrm>
            <a:off x="698500" y="2565400"/>
            <a:ext cx="3238500" cy="965200"/>
          </a:xfrm>
        </p:spPr>
        <p:txBody>
          <a:bodyPr wrap="square" lIns="0" rIns="0" tIns="0" bIns="0" anchor="t"/>
          <a:lstStyle/>
          <a:p>
            <a:pPr>
              <a:buNone/>
              <a:lnSpc>
                <a:spcPct val="110000"/>
              </a:lnSpc>
              <a:spcAft>
                <a:spcPts val="600"/>
              </a:spcAft>
            </a:pPr>
            <a:r>
              <a:rPr lang="en-US" sz="2100" b="0">
                <a:solidFill>
                  <a:srgbClr val="30414C"/>
                </a:solidFill>
                <a:latin typeface="Arial"/>
              </a:rPr>
              <a:t>Equipment and</a:t>
            </a:r>
          </a:p>
          <a:p>
            <a:pPr>
              <a:buNone/>
              <a:lnSpc>
                <a:spcPct val="110000"/>
              </a:lnSpc>
              <a:spcAft>
                <a:spcPts val="600"/>
              </a:spcAft>
            </a:pPr>
            <a:r>
              <a:rPr lang="en-US" sz="2100" b="0">
                <a:solidFill>
                  <a:srgbClr val="30414C"/>
                </a:solidFill>
                <a:latin typeface="Arial"/>
              </a:rPr>
              <a:t>operational security</a:t>
            </a:r>
          </a:p>
        </p:txBody>
      </p:sp>
      <p:sp>
        <p:nvSpPr>
          <p:cNvPr id="5" name="Text 5"/>
          <p:cNvSpPr txBox="1"/>
          <p:nvPr/>
        </p:nvSpPr>
        <p:spPr>
          <a:xfrm>
            <a:off x="698500" y="3937000"/>
            <a:ext cx="3238500" cy="1524000"/>
          </a:xfrm>
        </p:spPr>
        <p:txBody>
          <a:bodyPr wrap="square" lIns="0" rIns="0" tIns="0" bIns="0" anchor="t"/>
          <a:lstStyle/>
          <a:p>
            <a:pPr>
              <a:buNone/>
              <a:lnSpc>
                <a:spcPct val="110000"/>
              </a:lnSpc>
              <a:spcAft>
                <a:spcPts val="600"/>
              </a:spcAft>
            </a:pPr>
            <a:r>
              <a:rPr lang="en-US" sz="2100" b="0">
                <a:solidFill>
                  <a:srgbClr val="30414C"/>
                </a:solidFill>
                <a:latin typeface="Arial"/>
              </a:rPr>
              <a:t>Tool detection</a:t>
            </a:r>
          </a:p>
          <a:p>
            <a:pPr>
              <a:buNone/>
              <a:lnSpc>
                <a:spcPct val="110000"/>
              </a:lnSpc>
              <a:spcAft>
                <a:spcPts val="600"/>
              </a:spcAft>
            </a:pPr>
            <a:r>
              <a:rPr lang="en-US" sz="2100" b="0">
                <a:solidFill>
                  <a:srgbClr val="30414C"/>
                </a:solidFill>
                <a:latin typeface="Arial"/>
              </a:rPr>
              <a:t>Missing-item checks</a:t>
            </a:r>
          </a:p>
          <a:p>
            <a:pPr>
              <a:buNone/>
              <a:lnSpc>
                <a:spcPct val="110000"/>
              </a:lnSpc>
              <a:spcAft>
                <a:spcPts val="600"/>
              </a:spcAft>
            </a:pPr>
            <a:r>
              <a:rPr lang="en-US" sz="2100" b="0">
                <a:solidFill>
                  <a:srgbClr val="30414C"/>
                </a:solidFill>
                <a:latin typeface="Arial"/>
              </a:rPr>
              <a:t>Loading completeness</a:t>
            </a:r>
          </a:p>
        </p:txBody>
      </p:sp>
      <p:sp>
        <p:nvSpPr>
          <p:cNvPr id="6" name="Text 6"/>
          <p:cNvSpPr txBox="1"/>
          <p:nvPr/>
        </p:nvSpPr>
        <p:spPr>
          <a:xfrm>
            <a:off x="4508500" y="1778000"/>
            <a:ext cx="3238500" cy="508000"/>
          </a:xfrm>
        </p:spPr>
        <p:txBody>
          <a:bodyPr wrap="square" lIns="0" rIns="0" tIns="0" bIns="0" anchor="t"/>
          <a:lstStyle/>
          <a:p>
            <a:pPr>
              <a:buNone/>
              <a:lnSpc>
                <a:spcPct val="110000"/>
              </a:lnSpc>
              <a:spcAft>
                <a:spcPts val="600"/>
              </a:spcAft>
            </a:pPr>
            <a:r>
              <a:rPr lang="en-US" sz="2400" b="1">
                <a:solidFill>
                  <a:srgbClr val="003F63"/>
                </a:solidFill>
                <a:latin typeface="Arial"/>
              </a:rPr>
              <a:t>Dangerous goods</a:t>
            </a:r>
          </a:p>
        </p:txBody>
      </p:sp>
      <p:sp>
        <p:nvSpPr>
          <p:cNvPr id="7" name="Text 7"/>
          <p:cNvSpPr txBox="1"/>
          <p:nvPr/>
        </p:nvSpPr>
        <p:spPr>
          <a:xfrm>
            <a:off x="4508500" y="2565400"/>
            <a:ext cx="3238500" cy="965200"/>
          </a:xfrm>
        </p:spPr>
        <p:txBody>
          <a:bodyPr wrap="square" lIns="0" rIns="0" tIns="0" bIns="0" anchor="t"/>
          <a:lstStyle/>
          <a:p>
            <a:pPr>
              <a:buNone/>
              <a:lnSpc>
                <a:spcPct val="110000"/>
              </a:lnSpc>
              <a:spcAft>
                <a:spcPts val="600"/>
              </a:spcAft>
            </a:pPr>
            <a:r>
              <a:rPr lang="en-US" sz="2100" b="0">
                <a:solidFill>
                  <a:srgbClr val="30414C"/>
                </a:solidFill>
                <a:latin typeface="Arial"/>
              </a:rPr>
              <a:t>Load conditions and</a:t>
            </a:r>
          </a:p>
          <a:p>
            <a:pPr>
              <a:buNone/>
              <a:lnSpc>
                <a:spcPct val="110000"/>
              </a:lnSpc>
              <a:spcAft>
                <a:spcPts val="600"/>
              </a:spcAft>
            </a:pPr>
            <a:r>
              <a:rPr lang="en-US" sz="2100" b="0">
                <a:solidFill>
                  <a:srgbClr val="30414C"/>
                </a:solidFill>
                <a:latin typeface="Arial"/>
              </a:rPr>
              <a:t>safety awareness</a:t>
            </a:r>
          </a:p>
        </p:txBody>
      </p:sp>
      <p:sp>
        <p:nvSpPr>
          <p:cNvPr id="8" name="Text 8"/>
          <p:cNvSpPr txBox="1"/>
          <p:nvPr/>
        </p:nvSpPr>
        <p:spPr>
          <a:xfrm>
            <a:off x="4508500" y="3937000"/>
            <a:ext cx="3238500" cy="1524000"/>
          </a:xfrm>
        </p:spPr>
        <p:txBody>
          <a:bodyPr wrap="square" lIns="0" rIns="0" tIns="0" bIns="0" anchor="t"/>
          <a:lstStyle/>
          <a:p>
            <a:pPr>
              <a:buNone/>
              <a:lnSpc>
                <a:spcPct val="110000"/>
              </a:lnSpc>
              <a:spcAft>
                <a:spcPts val="600"/>
              </a:spcAft>
            </a:pPr>
            <a:r>
              <a:rPr lang="en-US" sz="2100" b="0">
                <a:solidFill>
                  <a:srgbClr val="30414C"/>
                </a:solidFill>
                <a:latin typeface="Arial"/>
              </a:rPr>
              <a:t>Gas-cylinder detection</a:t>
            </a:r>
          </a:p>
          <a:p>
            <a:pPr>
              <a:buNone/>
              <a:lnSpc>
                <a:spcPct val="110000"/>
              </a:lnSpc>
              <a:spcAft>
                <a:spcPts val="600"/>
              </a:spcAft>
            </a:pPr>
            <a:r>
              <a:rPr lang="en-US" sz="2100" b="0">
                <a:solidFill>
                  <a:srgbClr val="30414C"/>
                </a:solidFill>
                <a:latin typeface="Arial"/>
              </a:rPr>
              <a:t>Storage alerts</a:t>
            </a:r>
          </a:p>
          <a:p>
            <a:pPr>
              <a:buNone/>
              <a:lnSpc>
                <a:spcPct val="110000"/>
              </a:lnSpc>
              <a:spcAft>
                <a:spcPts val="600"/>
              </a:spcAft>
            </a:pPr>
            <a:r>
              <a:rPr lang="en-US" sz="2100" b="0">
                <a:solidFill>
                  <a:srgbClr val="30414C"/>
                </a:solidFill>
                <a:latin typeface="Arial"/>
              </a:rPr>
              <a:t>Safety-equipment checks</a:t>
            </a:r>
          </a:p>
        </p:txBody>
      </p:sp>
      <p:sp>
        <p:nvSpPr>
          <p:cNvPr id="9" name="Text 9"/>
          <p:cNvSpPr txBox="1"/>
          <p:nvPr/>
        </p:nvSpPr>
        <p:spPr>
          <a:xfrm>
            <a:off x="8318500" y="1778000"/>
            <a:ext cx="3238500" cy="508000"/>
          </a:xfrm>
        </p:spPr>
        <p:txBody>
          <a:bodyPr wrap="square" lIns="0" rIns="0" tIns="0" bIns="0" anchor="t"/>
          <a:lstStyle/>
          <a:p>
            <a:pPr>
              <a:buNone/>
              <a:lnSpc>
                <a:spcPct val="110000"/>
              </a:lnSpc>
              <a:spcAft>
                <a:spcPts val="600"/>
              </a:spcAft>
            </a:pPr>
            <a:r>
              <a:rPr lang="en-US" sz="2400" b="1">
                <a:solidFill>
                  <a:srgbClr val="003F63"/>
                </a:solidFill>
                <a:latin typeface="Arial"/>
              </a:rPr>
              <a:t>Animal transport</a:t>
            </a:r>
          </a:p>
        </p:txBody>
      </p:sp>
      <p:sp>
        <p:nvSpPr>
          <p:cNvPr id="10" name="Text 10"/>
          <p:cNvSpPr txBox="1"/>
          <p:nvPr/>
        </p:nvSpPr>
        <p:spPr>
          <a:xfrm>
            <a:off x="8318500" y="2565400"/>
            <a:ext cx="3238500" cy="965200"/>
          </a:xfrm>
        </p:spPr>
        <p:txBody>
          <a:bodyPr wrap="square" lIns="0" rIns="0" tIns="0" bIns="0" anchor="t"/>
          <a:lstStyle/>
          <a:p>
            <a:pPr>
              <a:buNone/>
              <a:lnSpc>
                <a:spcPct val="110000"/>
              </a:lnSpc>
              <a:spcAft>
                <a:spcPts val="600"/>
              </a:spcAft>
            </a:pPr>
            <a:r>
              <a:rPr lang="en-US" sz="2100" b="0">
                <a:solidFill>
                  <a:srgbClr val="30414C"/>
                </a:solidFill>
                <a:latin typeface="Arial"/>
              </a:rPr>
              <a:t>Live cargo and</a:t>
            </a:r>
          </a:p>
          <a:p>
            <a:pPr>
              <a:buNone/>
              <a:lnSpc>
                <a:spcPct val="110000"/>
              </a:lnSpc>
              <a:spcAft>
                <a:spcPts val="600"/>
              </a:spcAft>
            </a:pPr>
            <a:r>
              <a:rPr lang="en-US" sz="2100" b="0">
                <a:solidFill>
                  <a:srgbClr val="30414C"/>
                </a:solidFill>
                <a:latin typeface="Arial"/>
              </a:rPr>
              <a:t>transit conditions</a:t>
            </a:r>
          </a:p>
        </p:txBody>
      </p:sp>
      <p:sp>
        <p:nvSpPr>
          <p:cNvPr id="11" name="Text 11"/>
          <p:cNvSpPr txBox="1"/>
          <p:nvPr/>
        </p:nvSpPr>
        <p:spPr>
          <a:xfrm>
            <a:off x="8318500" y="3937000"/>
            <a:ext cx="3238500" cy="1524000"/>
          </a:xfrm>
        </p:spPr>
        <p:txBody>
          <a:bodyPr wrap="square" lIns="0" rIns="0" tIns="0" bIns="0" anchor="t"/>
          <a:lstStyle/>
          <a:p>
            <a:pPr>
              <a:buNone/>
              <a:lnSpc>
                <a:spcPct val="110000"/>
              </a:lnSpc>
              <a:spcAft>
                <a:spcPts val="600"/>
              </a:spcAft>
            </a:pPr>
            <a:r>
              <a:rPr lang="en-US" sz="2100" b="0">
                <a:solidFill>
                  <a:srgbClr val="30414C"/>
                </a:solidFill>
                <a:latin typeface="Arial"/>
              </a:rPr>
              <a:t>Behavior monitoring</a:t>
            </a:r>
          </a:p>
          <a:p>
            <a:pPr>
              <a:buNone/>
              <a:lnSpc>
                <a:spcPct val="110000"/>
              </a:lnSpc>
              <a:spcAft>
                <a:spcPts val="600"/>
              </a:spcAft>
            </a:pPr>
            <a:r>
              <a:rPr lang="en-US" sz="2100" b="0">
                <a:solidFill>
                  <a:srgbClr val="30414C"/>
                </a:solidFill>
                <a:latin typeface="Arial"/>
              </a:rPr>
              <a:t>Unusual movement</a:t>
            </a:r>
          </a:p>
          <a:p>
            <a:pPr>
              <a:buNone/>
              <a:lnSpc>
                <a:spcPct val="110000"/>
              </a:lnSpc>
              <a:spcAft>
                <a:spcPts val="600"/>
              </a:spcAft>
            </a:pPr>
            <a:r>
              <a:rPr lang="en-US" sz="2100" b="0">
                <a:solidFill>
                  <a:srgbClr val="30414C"/>
                </a:solidFill>
                <a:latin typeface="Arial"/>
              </a:rPr>
              <a:t>Position monitoring</a:t>
            </a:r>
          </a:p>
        </p:txBody>
      </p:sp>
      <p:sp>
        <p:nvSpPr>
          <p:cNvPr id="12" name="Text 12"/>
          <p:cNvSpPr txBox="1"/>
          <p:nvPr/>
        </p:nvSpPr>
        <p:spPr>
          <a:xfrm>
            <a:off x="698500" y="5867400"/>
            <a:ext cx="10795000" cy="444500"/>
          </a:xfrm>
        </p:spPr>
        <p:txBody>
          <a:bodyPr wrap="square" lIns="0" rIns="0" tIns="0" bIns="0" anchor="t"/>
          <a:lstStyle/>
          <a:p>
            <a:pPr>
              <a:buNone/>
              <a:lnSpc>
                <a:spcPct val="110000"/>
              </a:lnSpc>
              <a:spcAft>
                <a:spcPts val="600"/>
              </a:spcAft>
            </a:pPr>
            <a:r>
              <a:rPr lang="en-US" sz="2200" b="1">
                <a:solidFill>
                  <a:srgbClr val="003F63"/>
                </a:solidFill>
                <a:latin typeface="Arial"/>
              </a:rPr>
              <a:t>Choose a user, an observable event and a useful response.</a:t>
            </a:r>
          </a:p>
        </p:txBody>
      </p:sp>
    </p:spTree>
    <p:extLst>
      <p:ext uri="{BB962C8B-B14F-4D97-AF65-F5344CB8AC3E}">
        <p14:creationId xmlns:p14="http://schemas.microsoft.com/office/powerpoint/2010/main" val="285781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A complete device-to-vehicle loop</a:t>
            </a:r>
          </a:p>
        </p:txBody>
      </p:sp>
      <p:sp>
        <p:nvSpPr>
          <p:cNvPr id="3" name="Text 3"/>
          <p:cNvSpPr txBox="1"/>
          <p:nvPr/>
        </p:nvSpPr>
        <p:spPr>
          <a:xfrm>
            <a:off x="635000" y="1435100"/>
            <a:ext cx="10668000" cy="457200"/>
          </a:xfrm>
        </p:spPr>
        <p:txBody>
          <a:bodyPr wrap="square" lIns="0" rIns="0" tIns="0" bIns="0" anchor="t"/>
          <a:lstStyle/>
          <a:p>
            <a:pPr>
              <a:buNone/>
              <a:lnSpc>
                <a:spcPct val="110000"/>
              </a:lnSpc>
              <a:spcAft>
                <a:spcPts val="600"/>
              </a:spcAft>
            </a:pPr>
            <a:r>
              <a:rPr lang="en-US" sz="2400" b="1">
                <a:solidFill>
                  <a:srgbClr val="30414C"/>
                </a:solidFill>
                <a:latin typeface="Arial"/>
              </a:rPr>
              <a:t>Technical reference: driver drowsiness</a:t>
            </a:r>
          </a:p>
        </p:txBody>
      </p:sp>
      <p:sp>
        <p:nvSpPr>
          <p:cNvPr id="4" name="Text 4"/>
          <p:cNvSpPr txBox="1"/>
          <p:nvPr/>
        </p:nvSpPr>
        <p:spPr>
          <a:xfrm>
            <a:off x="698500" y="2209800"/>
            <a:ext cx="4572000" cy="381000"/>
          </a:xfrm>
        </p:spPr>
        <p:txBody>
          <a:bodyPr wrap="square" lIns="0" rIns="0" tIns="0" bIns="0" anchor="t"/>
          <a:lstStyle/>
          <a:p>
            <a:pPr>
              <a:buNone/>
              <a:lnSpc>
                <a:spcPct val="110000"/>
              </a:lnSpc>
              <a:spcAft>
                <a:spcPts val="600"/>
              </a:spcAft>
            </a:pPr>
            <a:r>
              <a:rPr lang="en-US" sz="2100" b="1">
                <a:solidFill>
                  <a:srgbClr val="003F63"/>
                </a:solidFill>
                <a:latin typeface="Arial"/>
              </a:rPr>
              <a:t>1  Camera input</a:t>
            </a:r>
          </a:p>
        </p:txBody>
      </p:sp>
      <p:sp>
        <p:nvSpPr>
          <p:cNvPr id="5" name="Text 5"/>
          <p:cNvSpPr txBox="1"/>
          <p:nvPr/>
        </p:nvSpPr>
        <p:spPr>
          <a:xfrm>
            <a:off x="698500" y="2590800"/>
            <a:ext cx="4572000" cy="406400"/>
          </a:xfrm>
        </p:spPr>
        <p:txBody>
          <a:bodyPr wrap="square" lIns="0" rIns="0" tIns="0" bIns="0" anchor="t"/>
          <a:lstStyle/>
          <a:p>
            <a:pPr>
              <a:buNone/>
              <a:lnSpc>
                <a:spcPct val="110000"/>
              </a:lnSpc>
              <a:spcAft>
                <a:spcPts val="600"/>
              </a:spcAft>
            </a:pPr>
            <a:r>
              <a:rPr lang="en-US" sz="2000" b="0">
                <a:solidFill>
                  <a:srgbClr val="30414C"/>
                </a:solidFill>
                <a:latin typeface="Arial"/>
              </a:rPr>
              <a:t>Observe the driver.</a:t>
            </a:r>
          </a:p>
        </p:txBody>
      </p:sp>
      <p:sp>
        <p:nvSpPr>
          <p:cNvPr id="6" name="Text 6"/>
          <p:cNvSpPr txBox="1"/>
          <p:nvPr/>
        </p:nvSpPr>
        <p:spPr>
          <a:xfrm>
            <a:off x="698500" y="3073400"/>
            <a:ext cx="4572000" cy="381000"/>
          </a:xfrm>
        </p:spPr>
        <p:txBody>
          <a:bodyPr wrap="square" lIns="0" rIns="0" tIns="0" bIns="0" anchor="t"/>
          <a:lstStyle/>
          <a:p>
            <a:pPr>
              <a:buNone/>
              <a:lnSpc>
                <a:spcPct val="110000"/>
              </a:lnSpc>
              <a:spcAft>
                <a:spcPts val="600"/>
              </a:spcAft>
            </a:pPr>
            <a:r>
              <a:rPr lang="en-US" sz="2100" b="1">
                <a:solidFill>
                  <a:srgbClr val="003F63"/>
                </a:solidFill>
                <a:latin typeface="Arial"/>
              </a:rPr>
              <a:t>2  Application logic</a:t>
            </a:r>
          </a:p>
        </p:txBody>
      </p:sp>
      <p:sp>
        <p:nvSpPr>
          <p:cNvPr id="7" name="Text 7"/>
          <p:cNvSpPr txBox="1"/>
          <p:nvPr/>
        </p:nvSpPr>
        <p:spPr>
          <a:xfrm>
            <a:off x="698500" y="3454400"/>
            <a:ext cx="4572000" cy="406400"/>
          </a:xfrm>
        </p:spPr>
        <p:txBody>
          <a:bodyPr wrap="square" lIns="0" rIns="0" tIns="0" bIns="0" anchor="t"/>
          <a:lstStyle/>
          <a:p>
            <a:pPr>
              <a:buNone/>
              <a:lnSpc>
                <a:spcPct val="110000"/>
              </a:lnSpc>
              <a:spcAft>
                <a:spcPts val="600"/>
              </a:spcAft>
            </a:pPr>
            <a:r>
              <a:rPr lang="en-US" sz="2000" b="0">
                <a:solidFill>
                  <a:srgbClr val="30414C"/>
                </a:solidFill>
                <a:latin typeface="Arial"/>
              </a:rPr>
              <a:t>Detect a drowsiness event.</a:t>
            </a:r>
          </a:p>
        </p:txBody>
      </p:sp>
      <p:sp>
        <p:nvSpPr>
          <p:cNvPr id="8" name="Text 8"/>
          <p:cNvSpPr txBox="1"/>
          <p:nvPr/>
        </p:nvSpPr>
        <p:spPr>
          <a:xfrm>
            <a:off x="698500" y="3937000"/>
            <a:ext cx="4572000" cy="381000"/>
          </a:xfrm>
        </p:spPr>
        <p:txBody>
          <a:bodyPr wrap="square" lIns="0" rIns="0" tIns="0" bIns="0" anchor="t"/>
          <a:lstStyle/>
          <a:p>
            <a:pPr>
              <a:buNone/>
              <a:lnSpc>
                <a:spcPct val="110000"/>
              </a:lnSpc>
              <a:spcAft>
                <a:spcPts val="600"/>
              </a:spcAft>
            </a:pPr>
            <a:r>
              <a:rPr lang="en-US" sz="2100" b="1">
                <a:solidFill>
                  <a:srgbClr val="003F63"/>
                </a:solidFill>
                <a:latin typeface="Arial"/>
              </a:rPr>
              <a:t>3  Vehicle response</a:t>
            </a:r>
          </a:p>
        </p:txBody>
      </p:sp>
      <p:sp>
        <p:nvSpPr>
          <p:cNvPr id="9" name="Text 9"/>
          <p:cNvSpPr txBox="1"/>
          <p:nvPr/>
        </p:nvSpPr>
        <p:spPr>
          <a:xfrm>
            <a:off x="698500" y="4318000"/>
            <a:ext cx="4572000" cy="406400"/>
          </a:xfrm>
        </p:spPr>
        <p:txBody>
          <a:bodyPr wrap="square" lIns="0" rIns="0" tIns="0" bIns="0" anchor="t"/>
          <a:lstStyle/>
          <a:p>
            <a:pPr>
              <a:buNone/>
              <a:lnSpc>
                <a:spcPct val="110000"/>
              </a:lnSpc>
              <a:spcAft>
                <a:spcPts val="600"/>
              </a:spcAft>
            </a:pPr>
            <a:r>
              <a:rPr lang="en-US" sz="2000" b="0">
                <a:solidFill>
                  <a:srgbClr val="30414C"/>
                </a:solidFill>
                <a:latin typeface="Arial"/>
              </a:rPr>
              <a:t>Trigger headlights and horn.</a:t>
            </a:r>
          </a:p>
        </p:txBody>
      </p:sp>
      <p:pic>
        <p:nvPicPr>
          <p:cNvPr id="10" name="Imgs/dashboard.png" descr="Screenshot from project README; example names may differ from event assignments."/>
          <p:cNvPicPr>
            <a:picLocks noChangeAspect="1"/>
          </p:cNvPicPr>
          <p:nvPr/>
        </p:nvPicPr>
        <p:blipFill>
          <a:blip r:embed="rId2"/>
          <a:stretch>
            <a:fillRect/>
          </a:stretch>
        </p:blipFill>
        <p:spPr>
          <a:xfrm>
            <a:off x="5461000" y="2292606"/>
            <a:ext cx="6096000" cy="2679188"/>
          </a:xfrm>
          <a:prstGeom prst="rect">
            <a:avLst/>
          </a:prstGeom>
        </p:spPr>
      </p:pic>
      <p:sp>
        <p:nvSpPr>
          <p:cNvPr id="11" name="Text 11"/>
          <p:cNvSpPr txBox="1"/>
          <p:nvPr/>
        </p:nvSpPr>
        <p:spPr>
          <a:xfrm>
            <a:off x="5842000" y="5207000"/>
            <a:ext cx="5080000" cy="381000"/>
          </a:xfrm>
        </p:spPr>
        <p:txBody>
          <a:bodyPr wrap="square" lIns="0" rIns="0" tIns="0" bIns="0" anchor="t"/>
          <a:lstStyle/>
          <a:p>
            <a:pPr>
              <a:buNone/>
              <a:lnSpc>
                <a:spcPct val="110000"/>
              </a:lnSpc>
              <a:spcAft>
                <a:spcPts val="600"/>
              </a:spcAft>
            </a:pPr>
            <a:r>
              <a:rPr lang="en-US" sz="2100" b="1">
                <a:solidFill>
                  <a:srgbClr val="003F63"/>
                </a:solidFill>
                <a:latin typeface="Arial"/>
              </a:rPr>
              <a:t>4  Visible evidence</a:t>
            </a:r>
          </a:p>
        </p:txBody>
      </p:sp>
      <p:sp>
        <p:nvSpPr>
          <p:cNvPr id="12" name="Text 12"/>
          <p:cNvSpPr txBox="1"/>
          <p:nvPr/>
        </p:nvSpPr>
        <p:spPr>
          <a:xfrm>
            <a:off x="5842000" y="5600700"/>
            <a:ext cx="5461000" cy="381000"/>
          </a:xfrm>
        </p:spPr>
        <p:txBody>
          <a:bodyPr wrap="square" lIns="0" rIns="0" tIns="0" bIns="0" anchor="t"/>
          <a:lstStyle/>
          <a:p>
            <a:pPr>
              <a:buNone/>
              <a:lnSpc>
                <a:spcPct val="110000"/>
              </a:lnSpc>
              <a:spcAft>
                <a:spcPts val="600"/>
              </a:spcAft>
            </a:pPr>
            <a:r>
              <a:rPr lang="en-US" sz="2000" b="0">
                <a:solidFill>
                  <a:srgbClr val="30414C"/>
                </a:solidFill>
                <a:latin typeface="Arial"/>
              </a:rPr>
              <a:t>Inspect Dashboard values and logs.</a:t>
            </a:r>
          </a:p>
        </p:txBody>
      </p:sp>
      <p:sp>
        <p:nvSpPr>
          <p:cNvPr id="13" name="Text 13"/>
          <p:cNvSpPr txBox="1"/>
          <p:nvPr/>
        </p:nvSpPr>
        <p:spPr>
          <a:xfrm>
            <a:off x="698500" y="5778500"/>
            <a:ext cx="4826000" cy="431800"/>
          </a:xfrm>
        </p:spPr>
        <p:txBody>
          <a:bodyPr wrap="square" lIns="0" rIns="0" tIns="0" bIns="0" anchor="t"/>
          <a:lstStyle/>
          <a:p>
            <a:pPr>
              <a:buNone/>
              <a:lnSpc>
                <a:spcPct val="110000"/>
              </a:lnSpc>
              <a:spcAft>
                <a:spcPts val="600"/>
              </a:spcAft>
            </a:pPr>
            <a:r>
              <a:rPr lang="en-US" sz="2000" b="0">
                <a:solidFill>
                  <a:srgbClr val="003F63"/>
                </a:solidFill>
                <a:latin typeface="Arial"/>
                <a:hlinkClick r:id="rId3"/>
              </a:rPr>
              <a:t>Open the example prototype</a:t>
            </a:r>
          </a:p>
        </p:txBody>
      </p:sp>
    </p:spTree>
    <p:extLst>
      <p:ext uri="{BB962C8B-B14F-4D97-AF65-F5344CB8AC3E}">
        <p14:creationId xmlns:p14="http://schemas.microsoft.com/office/powerpoint/2010/main" val="2857815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0CF62-D574-81EE-DC2B-6ED1466FB4A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95D8B050-FA0B-3B4B-0C53-68B97F52D29C}"/>
              </a:ext>
            </a:extLst>
          </p:cNvPr>
          <p:cNvSpPr>
            <a:spLocks noGrp="1"/>
          </p:cNvSpPr>
          <p:nvPr>
            <p:ph type="title"/>
          </p:nvPr>
        </p:nvSpPr>
        <p:spPr>
          <a:xfrm>
            <a:off x="515937" y="460859"/>
            <a:ext cx="9163771" cy="392798"/>
          </a:xfrm>
        </p:spPr>
        <p:txBody>
          <a:bodyPr/>
          <a:lstStyle/>
          <a:p>
            <a:r>
              <a:rPr lang="en-IN" dirty="0"/>
              <a:t>Your technical starting point</a:t>
            </a:r>
          </a:p>
        </p:txBody>
      </p:sp>
      <p:sp>
        <p:nvSpPr>
          <p:cNvPr id="6" name="TextBox 5">
            <a:extLst>
              <a:ext uri="{FF2B5EF4-FFF2-40B4-BE49-F238E27FC236}">
                <a16:creationId xmlns:a16="http://schemas.microsoft.com/office/drawing/2014/main" id="{0E853038-2362-7712-6412-0D242C3D53FF}"/>
              </a:ext>
            </a:extLst>
          </p:cNvPr>
          <p:cNvSpPr txBox="1"/>
          <p:nvPr/>
        </p:nvSpPr>
        <p:spPr>
          <a:xfrm>
            <a:off x="1969352" y="2325292"/>
            <a:ext cx="4017562" cy="584775"/>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3200" b="1" dirty="0">
                <a:solidFill>
                  <a:schemeClr val="tx1">
                    <a:lumMod val="90000"/>
                    <a:lumOff val="10000"/>
                  </a:schemeClr>
                </a:solidFill>
                <a:latin typeface="+mj-lt"/>
                <a:ea typeface="Consolas"/>
                <a:cs typeface="Consolas"/>
              </a:rPr>
              <a:t>reference cameras</a:t>
            </a:r>
          </a:p>
        </p:txBody>
      </p:sp>
      <p:sp>
        <p:nvSpPr>
          <p:cNvPr id="7" name="TextBox 6">
            <a:extLst>
              <a:ext uri="{FF2B5EF4-FFF2-40B4-BE49-F238E27FC236}">
                <a16:creationId xmlns:a16="http://schemas.microsoft.com/office/drawing/2014/main" id="{F90EAB18-F91E-BC45-4500-DB2A9D8A0A20}"/>
              </a:ext>
            </a:extLst>
          </p:cNvPr>
          <p:cNvSpPr txBox="1"/>
          <p:nvPr/>
        </p:nvSpPr>
        <p:spPr>
          <a:xfrm>
            <a:off x="831967" y="1802072"/>
            <a:ext cx="881329" cy="1569660"/>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9600" b="1" dirty="0">
                <a:solidFill>
                  <a:schemeClr val="accent5"/>
                </a:solidFill>
                <a:latin typeface="+mj-lt"/>
                <a:ea typeface="Consolas"/>
                <a:cs typeface="Consolas"/>
              </a:rPr>
              <a:t>3</a:t>
            </a:r>
          </a:p>
        </p:txBody>
      </p:sp>
      <p:sp>
        <p:nvSpPr>
          <p:cNvPr id="9" name="TextBox 8">
            <a:extLst>
              <a:ext uri="{FF2B5EF4-FFF2-40B4-BE49-F238E27FC236}">
                <a16:creationId xmlns:a16="http://schemas.microsoft.com/office/drawing/2014/main" id="{4C812692-4078-D5A3-9C99-0F9B27BAC400}"/>
              </a:ext>
            </a:extLst>
          </p:cNvPr>
          <p:cNvSpPr txBox="1"/>
          <p:nvPr/>
        </p:nvSpPr>
        <p:spPr>
          <a:xfrm>
            <a:off x="652696" y="3490885"/>
            <a:ext cx="6285114" cy="1037207"/>
          </a:xfrm>
          <a:prstGeom prst="rect">
            <a:avLst/>
          </a:prstGeom>
          <a:noFill/>
        </p:spPr>
        <p:txBody>
          <a:bodyPr wrap="square">
            <a:spAutoFit/>
          </a:bodyPr>
          <a:lstStyle/>
          <a:p>
            <a:pPr algn="ctr">
              <a:defRPr sz="3070" b="0">
                <a:solidFill>
                  <a:srgbClr val="30414C"/>
                </a:solidFill>
                <a:latin typeface="Arial"/>
                <a:ea typeface="Arial"/>
                <a:cs typeface="Arial"/>
              </a:defRPr>
            </a:pPr>
            <a:r>
              <a:rPr lang="en-IN" sz="3070" b="0" dirty="0">
                <a:solidFill>
                  <a:srgbClr val="30414C"/>
                </a:solidFill>
                <a:latin typeface="Arial"/>
                <a:ea typeface="Arial"/>
                <a:cs typeface="Arial"/>
              </a:rPr>
              <a:t>Live feeds and dynamic snapshots</a:t>
            </a:r>
          </a:p>
          <a:p>
            <a:pPr algn="ctr">
              <a:defRPr sz="3070" b="0">
                <a:solidFill>
                  <a:srgbClr val="30414C"/>
                </a:solidFill>
                <a:latin typeface="Arial"/>
                <a:ea typeface="Arial"/>
                <a:cs typeface="Arial"/>
              </a:defRPr>
            </a:pPr>
            <a:r>
              <a:rPr lang="en-IN" sz="3070" b="0" dirty="0">
                <a:solidFill>
                  <a:srgbClr val="30414C"/>
                </a:solidFill>
                <a:latin typeface="Arial"/>
                <a:ea typeface="Arial"/>
                <a:cs typeface="Arial"/>
              </a:rPr>
              <a:t>for computer-vision applications</a:t>
            </a:r>
          </a:p>
        </p:txBody>
      </p:sp>
      <p:graphicFrame>
        <p:nvGraphicFramePr>
          <p:cNvPr id="11" name="Table 10">
            <a:extLst>
              <a:ext uri="{FF2B5EF4-FFF2-40B4-BE49-F238E27FC236}">
                <a16:creationId xmlns:a16="http://schemas.microsoft.com/office/drawing/2014/main" id="{436D4F83-7882-7894-83E7-CA4A525668F4}"/>
              </a:ext>
            </a:extLst>
          </p:cNvPr>
          <p:cNvGraphicFramePr>
            <a:graphicFrameLocks noGrp="1"/>
          </p:cNvGraphicFramePr>
          <p:nvPr>
            <p:extLst>
              <p:ext uri="{D42A27DB-BD31-4B8C-83A1-F6EECF244321}">
                <p14:modId xmlns:p14="http://schemas.microsoft.com/office/powerpoint/2010/main" val="1799266747"/>
              </p:ext>
            </p:extLst>
          </p:nvPr>
        </p:nvGraphicFramePr>
        <p:xfrm>
          <a:off x="7781224" y="1571719"/>
          <a:ext cx="3758080" cy="3838332"/>
        </p:xfrm>
        <a:graphic>
          <a:graphicData uri="http://schemas.openxmlformats.org/drawingml/2006/table">
            <a:tbl>
              <a:tblPr firstRow="1" bandRow="1">
                <a:tableStyleId>{5C22544A-7EE6-4342-B048-85BDC9FD1C3A}</a:tableStyleId>
              </a:tblPr>
              <a:tblGrid>
                <a:gridCol w="3758080">
                  <a:extLst>
                    <a:ext uri="{9D8B030D-6E8A-4147-A177-3AD203B41FA5}">
                      <a16:colId xmlns:a16="http://schemas.microsoft.com/office/drawing/2014/main" val="1380681887"/>
                    </a:ext>
                  </a:extLst>
                </a:gridCol>
              </a:tblGrid>
              <a:tr h="3838332">
                <a:tc>
                  <a:txBody>
                    <a:bodyPr/>
                    <a:lstStyle/>
                    <a:p>
                      <a:endParaRPr lang="en-IN" dirty="0"/>
                    </a:p>
                  </a:txBody>
                  <a:tcPr/>
                </a:tc>
                <a:extLst>
                  <a:ext uri="{0D108BD9-81ED-4DB2-BD59-A6C34878D82A}">
                    <a16:rowId xmlns:a16="http://schemas.microsoft.com/office/drawing/2014/main" val="2989050384"/>
                  </a:ext>
                </a:extLst>
              </a:tr>
            </a:tbl>
          </a:graphicData>
        </a:graphic>
      </p:graphicFrame>
      <p:sp>
        <p:nvSpPr>
          <p:cNvPr id="10" name="TextBox 9">
            <a:extLst>
              <a:ext uri="{FF2B5EF4-FFF2-40B4-BE49-F238E27FC236}">
                <a16:creationId xmlns:a16="http://schemas.microsoft.com/office/drawing/2014/main" id="{FC1EB7DC-393A-F8F6-7F3B-C500F2DDE88C}"/>
              </a:ext>
            </a:extLst>
          </p:cNvPr>
          <p:cNvSpPr txBox="1"/>
          <p:nvPr/>
        </p:nvSpPr>
        <p:spPr>
          <a:xfrm>
            <a:off x="7986316" y="1704651"/>
            <a:ext cx="3347895" cy="523220"/>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2800" b="1" dirty="0">
                <a:solidFill>
                  <a:schemeClr val="accent5"/>
                </a:solidFill>
                <a:latin typeface="+mj-lt"/>
                <a:ea typeface="Consolas"/>
                <a:cs typeface="Consolas"/>
              </a:rPr>
              <a:t>Extra sensors</a:t>
            </a:r>
          </a:p>
        </p:txBody>
      </p:sp>
      <p:sp>
        <p:nvSpPr>
          <p:cNvPr id="13" name="TextBox 12">
            <a:extLst>
              <a:ext uri="{FF2B5EF4-FFF2-40B4-BE49-F238E27FC236}">
                <a16:creationId xmlns:a16="http://schemas.microsoft.com/office/drawing/2014/main" id="{B1301C5C-946D-65F4-A173-BAC43C61DD60}"/>
              </a:ext>
            </a:extLst>
          </p:cNvPr>
          <p:cNvSpPr txBox="1"/>
          <p:nvPr/>
        </p:nvSpPr>
        <p:spPr>
          <a:xfrm>
            <a:off x="8051800" y="2438400"/>
            <a:ext cx="3302000" cy="1587500"/>
          </a:xfrm>
          <a:prstGeom prst="rect">
            <a:avLst/>
          </a:prstGeom>
          <a:noFill/>
        </p:spPr>
        <p:txBody>
          <a:bodyPr wrap="square">
            <a:spAutoFit/>
          </a:bodyPr>
          <a:lstStyle/>
          <a:p>
            <a:pPr marL="342900" indent="-342900" algn="l">
              <a:buFont typeface="Arial" panose="020B0604020202020204" pitchFamily="34" charset="0"/>
              <a:buChar char="•"/>
              <a:defRPr sz="3163" b="0">
                <a:solidFill>
                  <a:srgbClr val="30414C"/>
                </a:solidFill>
                <a:latin typeface="Arial"/>
                <a:ea typeface="Arial"/>
                <a:cs typeface="Arial"/>
              </a:defRPr>
            </a:pPr>
            <a:r>
              <a:rPr lang="en-IN" sz="2400" b="0" dirty="0">
                <a:solidFill>
                  <a:srgbClr val="30414C"/>
                </a:solidFill>
                <a:latin typeface="Arial"/>
                <a:ea typeface="Arial"/>
                <a:cs typeface="Arial"/>
              </a:rPr>
              <a:t>Radar
Bosch gas sensor
PM sensor</a:t>
            </a:r>
          </a:p>
          <a:p>
            <a:pPr marL="342900" indent="-342900" algn="l">
              <a:buFont typeface="Arial" panose="020B0604020202020204" pitchFamily="34" charset="0"/>
              <a:buChar char="•"/>
              <a:defRPr sz="3163" b="0">
                <a:solidFill>
                  <a:srgbClr val="30414C"/>
                </a:solidFill>
                <a:latin typeface="Arial"/>
                <a:ea typeface="Arial"/>
                <a:cs typeface="Arial"/>
              </a:defRPr>
            </a:pPr>
            <a:r>
              <a:rPr lang="en-IN" sz="2400" b="0" dirty="0">
                <a:solidFill>
                  <a:srgbClr val="30414C"/>
                </a:solidFill>
                <a:latin typeface="Arial"/>
                <a:ea typeface="Arial"/>
                <a:cs typeface="Arial"/>
              </a:rPr>
              <a:t/>
            </a:r>
          </a:p>
          <a:p>
            <a:pPr marL="342900" indent="-342900" algn="l">
              <a:buFont typeface="Arial" panose="020B0604020202020204" pitchFamily="34" charset="0"/>
              <a:buChar char="•"/>
              <a:defRPr sz="3163" b="0">
                <a:solidFill>
                  <a:srgbClr val="30414C"/>
                </a:solidFill>
                <a:latin typeface="Arial"/>
                <a:ea typeface="Arial"/>
                <a:cs typeface="Arial"/>
              </a:defRPr>
            </a:pPr>
            <a:r>
              <a:rPr lang="en-IN" sz="2400" b="0" dirty="0">
                <a:solidFill>
                  <a:srgbClr val="30414C"/>
                </a:solidFill>
                <a:latin typeface="Arial"/>
                <a:ea typeface="Arial"/>
                <a:cs typeface="Arial"/>
              </a:rPr>
              <a:t/>
            </a:r>
          </a:p>
        </p:txBody>
      </p:sp>
      <p:sp>
        <p:nvSpPr>
          <p:cNvPr id="15" name="TextBox 14">
            <a:extLst>
              <a:ext uri="{FF2B5EF4-FFF2-40B4-BE49-F238E27FC236}">
                <a16:creationId xmlns:a16="http://schemas.microsoft.com/office/drawing/2014/main" id="{BC343DF4-FAA2-EA32-4133-02AD9B1E0D3B}"/>
              </a:ext>
            </a:extLst>
          </p:cNvPr>
          <p:cNvSpPr txBox="1"/>
          <p:nvPr/>
        </p:nvSpPr>
        <p:spPr>
          <a:xfrm>
            <a:off x="7935455" y="4701506"/>
            <a:ext cx="3449616" cy="584775"/>
          </a:xfrm>
          <a:prstGeom prst="rect">
            <a:avLst/>
          </a:prstGeom>
          <a:noFill/>
        </p:spPr>
        <p:txBody>
          <a:bodyPr wrap="square">
            <a:spAutoFit/>
          </a:bodyPr>
          <a:lstStyle/>
          <a:p>
            <a:pPr>
              <a:defRPr sz="2512" b="0">
                <a:solidFill>
                  <a:srgbClr val="30414C"/>
                </a:solidFill>
                <a:latin typeface="Arial"/>
                <a:ea typeface="Arial"/>
                <a:cs typeface="Arial"/>
              </a:defRPr>
            </a:pPr>
            <a:r>
              <a:rPr lang="en-IN" sz="1600" b="0" dirty="0">
                <a:solidFill>
                  <a:srgbClr val="30414C"/>
                </a:solidFill>
                <a:latin typeface="Arial"/>
                <a:ea typeface="Arial"/>
                <a:cs typeface="Arial"/>
              </a:rPr>
              <a:t>Limited availability. Request from a mentor; teams handle setup.</a:t>
            </a:r>
            <a:r>
              <a:rPr lang="en-IN" sz="1600" dirty="0">
                <a:solidFill>
                  <a:srgbClr val="30414C"/>
                </a:solidFill>
                <a:latin typeface="Arial"/>
                <a:ea typeface="Arial"/>
                <a:cs typeface="Arial"/>
              </a:rPr>
              <a:t/>
            </a:r>
            <a:endParaRPr lang="en-IN" sz="1600" b="0" dirty="0">
              <a:solidFill>
                <a:srgbClr val="30414C"/>
              </a:solidFill>
              <a:latin typeface="Arial"/>
              <a:ea typeface="Arial"/>
              <a:cs typeface="Arial"/>
            </a:endParaRPr>
          </a:p>
        </p:txBody>
      </p:sp>
      <p:sp>
        <p:nvSpPr>
          <p:cNvPr id="16" name="Text 16"/>
          <p:cNvSpPr txBox="1"/>
          <p:nvPr/>
        </p:nvSpPr>
        <p:spPr>
          <a:xfrm>
            <a:off x="673100" y="5080000"/>
            <a:ext cx="6604000" cy="889000"/>
          </a:xfrm>
        </p:spPr>
        <p:txBody>
          <a:bodyPr wrap="square" lIns="0" rIns="0" tIns="0" bIns="0" anchor="t"/>
          <a:lstStyle/>
          <a:p>
            <a:pPr>
              <a:buNone/>
              <a:lnSpc>
                <a:spcPct val="110000"/>
              </a:lnSpc>
              <a:spcAft>
                <a:spcPts val="600"/>
              </a:spcAft>
            </a:pPr>
            <a:r>
              <a:rPr lang="en-US" sz="1900" b="0">
                <a:solidFill>
                  <a:srgbClr val="003F63"/>
                </a:solidFill>
                <a:latin typeface="Arial"/>
              </a:rPr>
              <a:t>Camera access: URLs are pending in the guide.</a:t>
            </a:r>
          </a:p>
          <a:p>
            <a:pPr>
              <a:buNone/>
              <a:lnSpc>
                <a:spcPct val="110000"/>
              </a:lnSpc>
              <a:spcAft>
                <a:spcPts val="600"/>
              </a:spcAft>
            </a:pPr>
            <a:r>
              <a:rPr lang="en-US" sz="1900" b="0">
                <a:solidFill>
                  <a:srgbClr val="003F63"/>
                </a:solidFill>
                <a:latin typeface="Arial"/>
              </a:rPr>
              <a:t>Ask a mentor before testing your connection.</a:t>
            </a:r>
          </a:p>
        </p:txBody>
      </p:sp>
    </p:spTree>
    <p:extLst>
      <p:ext uri="{BB962C8B-B14F-4D97-AF65-F5344CB8AC3E}">
        <p14:creationId xmlns:p14="http://schemas.microsoft.com/office/powerpoint/2010/main" val="2793004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Building with digital.auto</a:t>
            </a:r>
          </a:p>
        </p:txBody>
      </p:sp>
      <p:sp>
        <p:nvSpPr>
          <p:cNvPr id="3" name="Text 3"/>
          <p:cNvSpPr txBox="1"/>
          <p:nvPr/>
        </p:nvSpPr>
        <p:spPr>
          <a:xfrm>
            <a:off x="635000" y="1473200"/>
            <a:ext cx="10985500" cy="508000"/>
          </a:xfrm>
        </p:spPr>
        <p:txBody>
          <a:bodyPr wrap="square" lIns="0" rIns="0" tIns="0" bIns="0" anchor="t"/>
          <a:lstStyle/>
          <a:p>
            <a:pPr>
              <a:buNone/>
              <a:lnSpc>
                <a:spcPct val="110000"/>
              </a:lnSpc>
              <a:spcAft>
                <a:spcPts val="600"/>
              </a:spcAft>
            </a:pPr>
            <a:r>
              <a:rPr lang="en-US" sz="2400" b="0">
                <a:solidFill>
                  <a:srgbClr val="30414C"/>
                </a:solidFill>
                <a:latin typeface="Arial"/>
              </a:rPr>
              <a:t>Develop your application primarily in the Playground.</a:t>
            </a:r>
          </a:p>
        </p:txBody>
      </p:sp>
      <p:sp>
        <p:nvSpPr>
          <p:cNvPr id="4" name="Text 4"/>
          <p:cNvSpPr txBox="1"/>
          <p:nvPr/>
        </p:nvSpPr>
        <p:spPr>
          <a:xfrm>
            <a:off x="698500" y="2387600"/>
            <a:ext cx="762000" cy="508000"/>
          </a:xfrm>
        </p:spPr>
        <p:txBody>
          <a:bodyPr wrap="square" lIns="0" rIns="0" tIns="0" bIns="0" anchor="t"/>
          <a:lstStyle/>
          <a:p>
            <a:pPr>
              <a:buNone/>
              <a:lnSpc>
                <a:spcPct val="110000"/>
              </a:lnSpc>
              <a:spcAft>
                <a:spcPts val="600"/>
              </a:spcAft>
            </a:pPr>
            <a:r>
              <a:rPr lang="en-US" sz="3000" b="1">
                <a:solidFill>
                  <a:srgbClr val="ED5025"/>
                </a:solidFill>
                <a:latin typeface="Consolas"/>
              </a:rPr>
              <a:t>01</a:t>
            </a:r>
          </a:p>
        </p:txBody>
      </p:sp>
      <p:sp>
        <p:nvSpPr>
          <p:cNvPr id="5" name="Text 5"/>
          <p:cNvSpPr txBox="1"/>
          <p:nvPr/>
        </p:nvSpPr>
        <p:spPr>
          <a:xfrm>
            <a:off x="1524000" y="2413000"/>
            <a:ext cx="4381500" cy="406400"/>
          </a:xfrm>
        </p:spPr>
        <p:txBody>
          <a:bodyPr wrap="square" lIns="0" rIns="0" tIns="0" bIns="0" anchor="t"/>
          <a:lstStyle/>
          <a:p>
            <a:pPr>
              <a:buNone/>
              <a:lnSpc>
                <a:spcPct val="110000"/>
              </a:lnSpc>
              <a:spcAft>
                <a:spcPts val="600"/>
              </a:spcAft>
            </a:pPr>
            <a:r>
              <a:rPr lang="en-US" sz="2200" b="1">
                <a:solidFill>
                  <a:srgbClr val="003F63"/>
                </a:solidFill>
                <a:latin typeface="Arial"/>
              </a:rPr>
              <a:t>Choose the vehicle</a:t>
            </a:r>
          </a:p>
        </p:txBody>
      </p:sp>
      <p:sp>
        <p:nvSpPr>
          <p:cNvPr id="6" name="Text 6"/>
          <p:cNvSpPr txBox="1"/>
          <p:nvPr/>
        </p:nvSpPr>
        <p:spPr>
          <a:xfrm>
            <a:off x="1524000" y="2933700"/>
            <a:ext cx="4381500" cy="977900"/>
          </a:xfrm>
        </p:spPr>
        <p:txBody>
          <a:bodyPr wrap="square" lIns="0" rIns="0" tIns="0" bIns="0" anchor="t"/>
          <a:lstStyle/>
          <a:p>
            <a:pPr>
              <a:buNone/>
              <a:lnSpc>
                <a:spcPct val="110000"/>
              </a:lnSpc>
              <a:spcAft>
                <a:spcPts val="600"/>
              </a:spcAft>
            </a:pPr>
            <a:r>
              <a:rPr lang="en-US" sz="2000" b="0">
                <a:solidFill>
                  <a:srgbClr val="30414C"/>
                </a:solidFill>
                <a:latin typeface="Arial"/>
              </a:rPr>
              <a:t>IAA Hannover Hackathon 2026</a:t>
            </a:r>
          </a:p>
        </p:txBody>
      </p:sp>
      <p:sp>
        <p:nvSpPr>
          <p:cNvPr id="7" name="Text 7"/>
          <p:cNvSpPr txBox="1"/>
          <p:nvPr/>
        </p:nvSpPr>
        <p:spPr>
          <a:xfrm>
            <a:off x="6477000" y="2387600"/>
            <a:ext cx="762000" cy="508000"/>
          </a:xfrm>
        </p:spPr>
        <p:txBody>
          <a:bodyPr wrap="square" lIns="0" rIns="0" tIns="0" bIns="0" anchor="t"/>
          <a:lstStyle/>
          <a:p>
            <a:pPr>
              <a:buNone/>
              <a:lnSpc>
                <a:spcPct val="110000"/>
              </a:lnSpc>
              <a:spcAft>
                <a:spcPts val="600"/>
              </a:spcAft>
            </a:pPr>
            <a:r>
              <a:rPr lang="en-US" sz="3000" b="1">
                <a:solidFill>
                  <a:srgbClr val="ED5025"/>
                </a:solidFill>
                <a:latin typeface="Consolas"/>
              </a:rPr>
              <a:t>02</a:t>
            </a:r>
          </a:p>
        </p:txBody>
      </p:sp>
      <p:sp>
        <p:nvSpPr>
          <p:cNvPr id="8" name="Text 8"/>
          <p:cNvSpPr txBox="1"/>
          <p:nvPr/>
        </p:nvSpPr>
        <p:spPr>
          <a:xfrm>
            <a:off x="7302500" y="2413000"/>
            <a:ext cx="4381500" cy="406400"/>
          </a:xfrm>
        </p:spPr>
        <p:txBody>
          <a:bodyPr wrap="square" lIns="0" rIns="0" tIns="0" bIns="0" anchor="t"/>
          <a:lstStyle/>
          <a:p>
            <a:pPr>
              <a:buNone/>
              <a:lnSpc>
                <a:spcPct val="110000"/>
              </a:lnSpc>
              <a:spcAft>
                <a:spcPts val="600"/>
              </a:spcAft>
            </a:pPr>
            <a:r>
              <a:rPr lang="en-US" sz="2200" b="1">
                <a:solidFill>
                  <a:srgbClr val="003F63"/>
                </a:solidFill>
                <a:latin typeface="Arial"/>
              </a:rPr>
              <a:t>Create your team project</a:t>
            </a:r>
          </a:p>
        </p:txBody>
      </p:sp>
      <p:sp>
        <p:nvSpPr>
          <p:cNvPr id="9" name="Text 9"/>
          <p:cNvSpPr txBox="1"/>
          <p:nvPr/>
        </p:nvSpPr>
        <p:spPr>
          <a:xfrm>
            <a:off x="7302500" y="2933700"/>
            <a:ext cx="4381500" cy="977900"/>
          </a:xfrm>
        </p:spPr>
        <p:txBody>
          <a:bodyPr wrap="square" lIns="0" rIns="0" tIns="0" bIns="0" anchor="t"/>
          <a:lstStyle/>
          <a:p>
            <a:pPr>
              <a:buNone/>
              <a:lnSpc>
                <a:spcPct val="110000"/>
              </a:lnSpc>
              <a:spcAft>
                <a:spcPts val="600"/>
              </a:spcAft>
            </a:pPr>
            <a:r>
              <a:rPr lang="en-US" sz="2000" b="0">
                <a:solidFill>
                  <a:srgbClr val="30414C"/>
                </a:solidFill>
                <a:latin typeface="Arial"/>
              </a:rPr>
              <a:t>Choose a multi-files template.</a:t>
            </a:r>
          </a:p>
          <a:p>
            <a:pPr>
              <a:buNone/>
              <a:lnSpc>
                <a:spcPct val="110000"/>
              </a:lnSpc>
              <a:spcAft>
                <a:spcPts val="600"/>
              </a:spcAft>
            </a:pPr>
            <a:r>
              <a:rPr lang="en-US" sz="2000" b="0">
                <a:solidFill>
                  <a:srgbClr val="30414C"/>
                </a:solidFill>
                <a:latin typeface="Arial"/>
              </a:rPr>
              <a:t>Use your team name.</a:t>
            </a:r>
          </a:p>
        </p:txBody>
      </p:sp>
      <p:sp>
        <p:nvSpPr>
          <p:cNvPr id="10" name="Text 10"/>
          <p:cNvSpPr txBox="1"/>
          <p:nvPr/>
        </p:nvSpPr>
        <p:spPr>
          <a:xfrm>
            <a:off x="698500" y="4191000"/>
            <a:ext cx="762000" cy="508000"/>
          </a:xfrm>
        </p:spPr>
        <p:txBody>
          <a:bodyPr wrap="square" lIns="0" rIns="0" tIns="0" bIns="0" anchor="t"/>
          <a:lstStyle/>
          <a:p>
            <a:pPr>
              <a:buNone/>
              <a:lnSpc>
                <a:spcPct val="110000"/>
              </a:lnSpc>
              <a:spcAft>
                <a:spcPts val="600"/>
              </a:spcAft>
            </a:pPr>
            <a:r>
              <a:rPr lang="en-US" sz="3000" b="1">
                <a:solidFill>
                  <a:srgbClr val="ED5025"/>
                </a:solidFill>
                <a:latin typeface="Consolas"/>
              </a:rPr>
              <a:t>03</a:t>
            </a:r>
          </a:p>
        </p:txBody>
      </p:sp>
      <p:sp>
        <p:nvSpPr>
          <p:cNvPr id="11" name="Text 11"/>
          <p:cNvSpPr txBox="1"/>
          <p:nvPr/>
        </p:nvSpPr>
        <p:spPr>
          <a:xfrm>
            <a:off x="1524000" y="4216400"/>
            <a:ext cx="4381500" cy="406400"/>
          </a:xfrm>
        </p:spPr>
        <p:txBody>
          <a:bodyPr wrap="square" lIns="0" rIns="0" tIns="0" bIns="0" anchor="t"/>
          <a:lstStyle/>
          <a:p>
            <a:pPr>
              <a:buNone/>
              <a:lnSpc>
                <a:spcPct val="110000"/>
              </a:lnSpc>
              <a:spcAft>
                <a:spcPts val="600"/>
              </a:spcAft>
            </a:pPr>
            <a:r>
              <a:rPr lang="en-US" sz="2200" b="1">
                <a:solidFill>
                  <a:srgbClr val="003F63"/>
                </a:solidFill>
                <a:latin typeface="Arial"/>
              </a:rPr>
              <a:t>Build in SDV Code</a:t>
            </a:r>
          </a:p>
        </p:txBody>
      </p:sp>
      <p:sp>
        <p:nvSpPr>
          <p:cNvPr id="12" name="Text 12"/>
          <p:cNvSpPr txBox="1"/>
          <p:nvPr/>
        </p:nvSpPr>
        <p:spPr>
          <a:xfrm>
            <a:off x="1524000" y="4737100"/>
            <a:ext cx="4381500" cy="977900"/>
          </a:xfrm>
        </p:spPr>
        <p:txBody>
          <a:bodyPr wrap="square" lIns="0" rIns="0" tIns="0" bIns="0" anchor="t"/>
          <a:lstStyle/>
          <a:p>
            <a:pPr>
              <a:buNone/>
              <a:lnSpc>
                <a:spcPct val="110000"/>
              </a:lnSpc>
              <a:spcAft>
                <a:spcPts val="600"/>
              </a:spcAft>
            </a:pPr>
            <a:r>
              <a:rPr lang="en-US" sz="2000" b="0">
                <a:solidFill>
                  <a:srgbClr val="30414C"/>
                </a:solidFill>
                <a:latin typeface="Arial"/>
              </a:rPr>
              <a:t>Manage source files and dependencies.</a:t>
            </a:r>
          </a:p>
        </p:txBody>
      </p:sp>
      <p:sp>
        <p:nvSpPr>
          <p:cNvPr id="13" name="Text 13"/>
          <p:cNvSpPr txBox="1"/>
          <p:nvPr/>
        </p:nvSpPr>
        <p:spPr>
          <a:xfrm>
            <a:off x="6477000" y="4191000"/>
            <a:ext cx="762000" cy="508000"/>
          </a:xfrm>
        </p:spPr>
        <p:txBody>
          <a:bodyPr wrap="square" lIns="0" rIns="0" tIns="0" bIns="0" anchor="t"/>
          <a:lstStyle/>
          <a:p>
            <a:pPr>
              <a:buNone/>
              <a:lnSpc>
                <a:spcPct val="110000"/>
              </a:lnSpc>
              <a:spcAft>
                <a:spcPts val="600"/>
              </a:spcAft>
            </a:pPr>
            <a:r>
              <a:rPr lang="en-US" sz="3000" b="1">
                <a:solidFill>
                  <a:srgbClr val="ED5025"/>
                </a:solidFill>
                <a:latin typeface="Consolas"/>
              </a:rPr>
              <a:t>04</a:t>
            </a:r>
          </a:p>
        </p:txBody>
      </p:sp>
      <p:sp>
        <p:nvSpPr>
          <p:cNvPr id="14" name="Text 14"/>
          <p:cNvSpPr txBox="1"/>
          <p:nvPr/>
        </p:nvSpPr>
        <p:spPr>
          <a:xfrm>
            <a:off x="7302500" y="4216400"/>
            <a:ext cx="4381500" cy="406400"/>
          </a:xfrm>
        </p:spPr>
        <p:txBody>
          <a:bodyPr wrap="square" lIns="0" rIns="0" tIns="0" bIns="0" anchor="t"/>
          <a:lstStyle/>
          <a:p>
            <a:pPr>
              <a:buNone/>
              <a:lnSpc>
                <a:spcPct val="110000"/>
              </a:lnSpc>
              <a:spcAft>
                <a:spcPts val="600"/>
              </a:spcAft>
            </a:pPr>
            <a:r>
              <a:rPr lang="en-US" sz="2200" b="1">
                <a:solidFill>
                  <a:srgbClr val="003F63"/>
                </a:solidFill>
                <a:latin typeface="Arial"/>
              </a:rPr>
              <a:t>Configure your runtime</a:t>
            </a:r>
          </a:p>
        </p:txBody>
      </p:sp>
      <p:sp>
        <p:nvSpPr>
          <p:cNvPr id="15" name="Text 15"/>
          <p:cNvSpPr txBox="1"/>
          <p:nvPr/>
        </p:nvSpPr>
        <p:spPr>
          <a:xfrm>
            <a:off x="7302500" y="4737100"/>
            <a:ext cx="4381500" cy="977900"/>
          </a:xfrm>
        </p:spPr>
        <p:txBody>
          <a:bodyPr wrap="square" lIns="0" rIns="0" tIns="0" bIns="0" anchor="t"/>
          <a:lstStyle/>
          <a:p>
            <a:pPr>
              <a:buNone/>
              <a:lnSpc>
                <a:spcPct val="110000"/>
              </a:lnSpc>
              <a:spcAft>
                <a:spcPts val="600"/>
              </a:spcAft>
            </a:pPr>
            <a:r>
              <a:rPr lang="en-US" sz="2000" b="0">
                <a:solidFill>
                  <a:srgbClr val="30414C"/>
                </a:solidFill>
                <a:latin typeface="Arial"/>
              </a:rPr>
              <a:t>Get the assigned name from a mentor.</a:t>
            </a:r>
          </a:p>
          <a:p>
            <a:pPr>
              <a:buNone/>
              <a:lnSpc>
                <a:spcPct val="110000"/>
              </a:lnSpc>
              <a:spcAft>
                <a:spcPts val="600"/>
              </a:spcAft>
            </a:pPr>
            <a:r>
              <a:rPr lang="en-US" sz="2000" b="0">
                <a:solidFill>
                  <a:srgbClr val="30414C"/>
                </a:solidFill>
                <a:latin typeface="Arial"/>
              </a:rPr>
              <a:t>Select it before running your app.</a:t>
            </a:r>
          </a:p>
        </p:txBody>
      </p:sp>
      <p:sp>
        <p:nvSpPr>
          <p:cNvPr id="16" name="Text 16"/>
          <p:cNvSpPr txBox="1"/>
          <p:nvPr/>
        </p:nvSpPr>
        <p:spPr>
          <a:xfrm>
            <a:off x="698500" y="6007100"/>
            <a:ext cx="4445000" cy="431800"/>
          </a:xfrm>
        </p:spPr>
        <p:txBody>
          <a:bodyPr wrap="square" lIns="0" rIns="0" tIns="0" bIns="0" anchor="t"/>
          <a:lstStyle/>
          <a:p>
            <a:pPr>
              <a:buNone/>
              <a:lnSpc>
                <a:spcPct val="110000"/>
              </a:lnSpc>
              <a:spcAft>
                <a:spcPts val="600"/>
              </a:spcAft>
            </a:pPr>
            <a:r>
              <a:rPr lang="en-US" sz="1900" b="0">
                <a:solidFill>
                  <a:srgbClr val="003F63"/>
                </a:solidFill>
                <a:latin typeface="Arial"/>
                <a:hlinkClick r:id="rId2"/>
              </a:rPr>
              <a:t>playground.digital.auto</a:t>
            </a:r>
          </a:p>
        </p:txBody>
      </p:sp>
      <p:sp>
        <p:nvSpPr>
          <p:cNvPr id="17" name="Text 17"/>
          <p:cNvSpPr txBox="1"/>
          <p:nvPr/>
        </p:nvSpPr>
        <p:spPr>
          <a:xfrm>
            <a:off x="6477000" y="6007100"/>
            <a:ext cx="5143500" cy="381000"/>
          </a:xfrm>
        </p:spPr>
        <p:txBody>
          <a:bodyPr wrap="square" lIns="0" rIns="0" tIns="0" bIns="0" anchor="t"/>
          <a:lstStyle/>
          <a:p>
            <a:pPr>
              <a:buNone/>
              <a:lnSpc>
                <a:spcPct val="110000"/>
              </a:lnSpc>
              <a:spcAft>
                <a:spcPts val="600"/>
              </a:spcAft>
            </a:pPr>
            <a:r>
              <a:rPr lang="en-US" sz="1800" b="0">
                <a:solidFill>
                  <a:srgbClr val="30414C"/>
                </a:solidFill>
                <a:latin typeface="Arial"/>
              </a:rPr>
              <a:t>Setup screenshots: appendix, slides 13–14</a:t>
            </a:r>
          </a:p>
        </p:txBody>
      </p:sp>
    </p:spTree>
    <p:extLst>
      <p:ext uri="{BB962C8B-B14F-4D97-AF65-F5344CB8AC3E}">
        <p14:creationId xmlns:p14="http://schemas.microsoft.com/office/powerpoint/2010/main" val="2857815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A064B-AE72-220B-DF37-994B1DC0A55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AFE8ED6C-3FC4-FEE6-0DB9-F164F40669C9}"/>
              </a:ext>
            </a:extLst>
          </p:cNvPr>
          <p:cNvSpPr>
            <a:spLocks noGrp="1"/>
          </p:cNvSpPr>
          <p:nvPr>
            <p:ph type="title"/>
          </p:nvPr>
        </p:nvSpPr>
        <p:spPr>
          <a:xfrm>
            <a:off x="515937" y="460859"/>
            <a:ext cx="9163771" cy="392798"/>
          </a:xfrm>
        </p:spPr>
        <p:txBody>
          <a:bodyPr/>
          <a:lstStyle/>
          <a:p>
            <a:r>
              <a:rPr lang="en-IN" dirty="0"/>
              <a:t>Beyond the reference camera</a:t>
            </a:r>
          </a:p>
        </p:txBody>
      </p:sp>
      <p:pic>
        <p:nvPicPr>
          <p:cNvPr id="4" name="Picture 3">
            <a:extLst>
              <a:ext uri="{FF2B5EF4-FFF2-40B4-BE49-F238E27FC236}">
                <a16:creationId xmlns:a16="http://schemas.microsoft.com/office/drawing/2014/main" id="{9B016FDE-E0CD-7FEA-B3D8-3E7C5014B41E}"/>
              </a:ext>
            </a:extLst>
          </p:cNvPr>
          <p:cNvPicPr>
            <a:picLocks noChangeAspect="1"/>
          </p:cNvPicPr>
          <p:nvPr/>
        </p:nvPicPr>
        <p:blipFill>
          <a:blip r:embed="rId2"/>
          <a:stretch/>
        </p:blipFill>
        <p:spPr>
          <a:xfrm>
            <a:off x="515937" y="1321849"/>
            <a:ext cx="5580063" cy="4153335"/>
          </a:xfrm>
          <a:prstGeom prst="rect">
            <a:avLst/>
          </a:prstGeom>
        </p:spPr>
      </p:pic>
      <p:sp>
        <p:nvSpPr>
          <p:cNvPr id="6" name="Rectangle 5">
            <a:extLst>
              <a:ext uri="{FF2B5EF4-FFF2-40B4-BE49-F238E27FC236}">
                <a16:creationId xmlns:a16="http://schemas.microsoft.com/office/drawing/2014/main" id="{97D06BC6-8C12-3224-3CAE-91DF914A2900}"/>
              </a:ext>
            </a:extLst>
          </p:cNvPr>
          <p:cNvSpPr>
            <a:spLocks noGrp="1"/>
          </p:cNvSpPr>
          <p:nvPr/>
        </p:nvSpPr>
        <p:spPr>
          <a:xfrm>
            <a:off x="6290545" y="1321849"/>
            <a:ext cx="4720756" cy="1318910"/>
          </a:xfrm>
          <a:prstGeom prst="rect">
            <a:avLst/>
          </a:prstGeom>
          <a:noFill/>
          <a:ln w="0">
            <a:noFill/>
          </a:ln>
        </p:spPr>
        <p:txBody>
          <a:bodyPr lIns="0" tIns="0" rIns="0" bIns="0" anchor="t">
            <a:noAutofit/>
          </a:bodyPr>
          <a:lstStyle/>
          <a:p>
            <a:pPr algn="l">
              <a:defRPr sz="3163" b="1">
                <a:solidFill>
                  <a:srgbClr val="30414C"/>
                </a:solidFill>
                <a:latin typeface="Arial"/>
                <a:ea typeface="Arial"/>
                <a:cs typeface="Arial"/>
              </a:defRPr>
            </a:pPr>
            <a:r>
              <a:rPr sz="2800" dirty="0">
                <a:solidFill>
                  <a:srgbClr val="30414C"/>
                </a:solidFill>
                <a:latin typeface="+mj-lt"/>
                <a:ea typeface="Arial"/>
                <a:cs typeface="Arial"/>
              </a:rPr>
              <a:t>What other devices would</a:t>
            </a:r>
          </a:p>
          <a:p>
            <a:pPr algn="l">
              <a:defRPr sz="3163" b="1">
                <a:solidFill>
                  <a:srgbClr val="30414C"/>
                </a:solidFill>
                <a:latin typeface="Arial"/>
                <a:ea typeface="Arial"/>
                <a:cs typeface="Arial"/>
              </a:defRPr>
            </a:pPr>
            <a:r>
              <a:rPr sz="2800" dirty="0">
                <a:solidFill>
                  <a:srgbClr val="30414C"/>
                </a:solidFill>
                <a:latin typeface="+mj-lt"/>
                <a:ea typeface="Arial"/>
                <a:cs typeface="Arial"/>
              </a:rPr>
              <a:t>improve your application?</a:t>
            </a:r>
          </a:p>
        </p:txBody>
      </p:sp>
      <p:sp>
        <p:nvSpPr>
          <p:cNvPr id="8" name="Rectangle 7">
            <a:extLst>
              <a:ext uri="{FF2B5EF4-FFF2-40B4-BE49-F238E27FC236}">
                <a16:creationId xmlns:a16="http://schemas.microsoft.com/office/drawing/2014/main" id="{7569E2F4-A288-6F7B-3C52-04FCAC06280B}"/>
              </a:ext>
            </a:extLst>
          </p:cNvPr>
          <p:cNvSpPr>
            <a:spLocks noGrp="1"/>
          </p:cNvSpPr>
          <p:nvPr/>
        </p:nvSpPr>
        <p:spPr>
          <a:xfrm>
            <a:off x="6290545" y="2667392"/>
            <a:ext cx="4845884" cy="883118"/>
          </a:xfrm>
          <a:prstGeom prst="rect">
            <a:avLst/>
          </a:prstGeom>
          <a:noFill/>
          <a:ln w="0">
            <a:noFill/>
          </a:ln>
        </p:spPr>
        <p:txBody>
          <a:bodyPr lIns="0" tIns="0" rIns="0" bIns="0" anchor="t">
            <a:noAutofit/>
          </a:bodyPr>
          <a:lstStyle/>
          <a:p>
            <a:pPr algn="l">
              <a:defRPr sz="2884" b="0">
                <a:solidFill>
                  <a:srgbClr val="30414C"/>
                </a:solidFill>
                <a:latin typeface="Arial"/>
                <a:ea typeface="Arial"/>
                <a:cs typeface="Arial"/>
              </a:defRPr>
            </a:pPr>
            <a:r>
              <a:rPr sz="2800" b="0" dirty="0">
                <a:solidFill>
                  <a:srgbClr val="30414C"/>
                </a:solidFill>
                <a:ea typeface="Arial"/>
                <a:cs typeface="Arial"/>
              </a:rPr>
              <a:t>What vehicle data would they need?</a:t>
            </a:r>
          </a:p>
        </p:txBody>
      </p:sp>
      <p:sp>
        <p:nvSpPr>
          <p:cNvPr id="10" name="Rectangle 9">
            <a:extLst>
              <a:ext uri="{FF2B5EF4-FFF2-40B4-BE49-F238E27FC236}">
                <a16:creationId xmlns:a16="http://schemas.microsoft.com/office/drawing/2014/main" id="{571A8414-2165-EC2C-DF52-14B9B9B6DB32}"/>
              </a:ext>
            </a:extLst>
          </p:cNvPr>
          <p:cNvSpPr>
            <a:spLocks noGrp="1"/>
          </p:cNvSpPr>
          <p:nvPr/>
        </p:nvSpPr>
        <p:spPr>
          <a:xfrm>
            <a:off x="6290545" y="4004878"/>
            <a:ext cx="4845884" cy="1337690"/>
          </a:xfrm>
          <a:prstGeom prst="rect">
            <a:avLst/>
          </a:prstGeom>
          <a:noFill/>
          <a:ln w="0">
            <a:noFill/>
          </a:ln>
        </p:spPr>
        <p:txBody>
          <a:bodyPr lIns="0" tIns="0" rIns="0" bIns="0" anchor="t">
            <a:noAutofit/>
          </a:bodyPr>
          <a:lstStyle/>
          <a:p>
            <a:pPr algn="l">
              <a:defRPr sz="2884" b="0">
                <a:solidFill>
                  <a:srgbClr val="30414C"/>
                </a:solidFill>
                <a:latin typeface="Arial"/>
                <a:ea typeface="Arial"/>
                <a:cs typeface="Arial"/>
              </a:defRPr>
            </a:pPr>
            <a:r>
              <a:rPr sz="2800" b="0" dirty="0">
                <a:solidFill>
                  <a:srgbClr val="30414C"/>
                </a:solidFill>
                <a:ea typeface="Arial"/>
                <a:cs typeface="Arial"/>
              </a:rPr>
              <a:t>How would discovery, onboarding,</a:t>
            </a:r>
          </a:p>
          <a:p>
            <a:pPr algn="l">
              <a:defRPr sz="2884" b="0">
                <a:solidFill>
                  <a:srgbClr val="30414C"/>
                </a:solidFill>
                <a:latin typeface="Arial"/>
                <a:ea typeface="Arial"/>
                <a:cs typeface="Arial"/>
              </a:defRPr>
            </a:pPr>
            <a:r>
              <a:rPr sz="2800" b="0" dirty="0">
                <a:solidFill>
                  <a:srgbClr val="30414C"/>
                </a:solidFill>
                <a:ea typeface="Arial"/>
                <a:cs typeface="Arial"/>
              </a:rPr>
              <a:t>and permissions work?</a:t>
            </a:r>
          </a:p>
        </p:txBody>
      </p:sp>
      <p:sp>
        <p:nvSpPr>
          <p:cNvPr id="12" name="TextBox 11">
            <a:extLst>
              <a:ext uri="{FF2B5EF4-FFF2-40B4-BE49-F238E27FC236}">
                <a16:creationId xmlns:a16="http://schemas.microsoft.com/office/drawing/2014/main" id="{B762EF73-FC01-429A-2357-868FFFCC571E}"/>
              </a:ext>
            </a:extLst>
          </p:cNvPr>
          <p:cNvSpPr txBox="1"/>
          <p:nvPr/>
        </p:nvSpPr>
        <p:spPr>
          <a:xfrm>
            <a:off x="515937" y="5796936"/>
            <a:ext cx="8241830" cy="461665"/>
          </a:xfrm>
          <a:prstGeom prst="rect">
            <a:avLst/>
          </a:prstGeom>
          <a:noFill/>
        </p:spPr>
        <p:txBody>
          <a:bodyPr wrap="square">
            <a:spAutoFit/>
          </a:bodyPr>
          <a:lstStyle/>
          <a:p>
            <a:pPr algn="l">
              <a:defRPr sz="2512" b="1">
                <a:solidFill>
                  <a:srgbClr val="239FB2"/>
                </a:solidFill>
                <a:latin typeface="Consolas"/>
                <a:ea typeface="Consolas"/>
                <a:cs typeface="Consolas"/>
              </a:defRPr>
            </a:pPr>
            <a:r>
              <a:rPr lang="en-IN" sz="2400" b="1" dirty="0">
                <a:solidFill>
                  <a:srgbClr val="ED5025"/>
                </a:solidFill>
                <a:latin typeface="+mj-lt"/>
                <a:ea typeface="Consolas"/>
                <a:cs typeface="Consolas"/>
              </a:rPr>
              <a:t>Show what works now. Explain the next integration.</a:t>
            </a:r>
          </a:p>
        </p:txBody>
      </p:sp>
    </p:spTree>
    <p:extLst>
      <p:ext uri="{BB962C8B-B14F-4D97-AF65-F5344CB8AC3E}">
        <p14:creationId xmlns:p14="http://schemas.microsoft.com/office/powerpoint/2010/main" val="2037432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What teams should bring back</a:t>
            </a:r>
          </a:p>
        </p:txBody>
      </p:sp>
      <p:sp>
        <p:nvSpPr>
          <p:cNvPr id="3" name="Text 3"/>
          <p:cNvSpPr txBox="1"/>
          <p:nvPr/>
        </p:nvSpPr>
        <p:spPr>
          <a:xfrm>
            <a:off x="698500" y="1714500"/>
            <a:ext cx="5461000" cy="508000"/>
          </a:xfrm>
        </p:spPr>
        <p:txBody>
          <a:bodyPr wrap="square" lIns="0" rIns="0" tIns="0" bIns="0" anchor="t"/>
          <a:lstStyle/>
          <a:p>
            <a:pPr>
              <a:buNone/>
              <a:lnSpc>
                <a:spcPct val="110000"/>
              </a:lnSpc>
              <a:spcAft>
                <a:spcPts val="600"/>
              </a:spcAft>
            </a:pPr>
            <a:r>
              <a:rPr lang="en-US" sz="2600" b="1">
                <a:solidFill>
                  <a:srgbClr val="003F63"/>
                </a:solidFill>
                <a:latin typeface="Arial"/>
              </a:rPr>
              <a:t>Core outcome</a:t>
            </a:r>
          </a:p>
        </p:txBody>
      </p:sp>
      <p:sp>
        <p:nvSpPr>
          <p:cNvPr id="4" name="Text 4"/>
          <p:cNvSpPr txBox="1"/>
          <p:nvPr/>
        </p:nvSpPr>
        <p:spPr>
          <a:xfrm>
            <a:off x="698500" y="2451100"/>
            <a:ext cx="5778500" cy="2794000"/>
          </a:xfrm>
        </p:spPr>
        <p:txBody>
          <a:bodyPr wrap="square" lIns="0" rIns="0" tIns="0" bIns="0" anchor="t"/>
          <a:lstStyle/>
          <a:p>
            <a:pPr>
              <a:buNone/>
              <a:lnSpc>
                <a:spcPct val="110000"/>
              </a:lnSpc>
              <a:spcAft>
                <a:spcPts val="600"/>
              </a:spcAft>
            </a:pPr>
            <a:r>
              <a:rPr lang="en-US" sz="2200" b="0">
                <a:solidFill>
                  <a:srgbClr val="30414C"/>
                </a:solidFill>
                <a:latin typeface="Arial"/>
              </a:rPr>
              <a:t>Working prototype or proof of concept</a:t>
            </a:r>
          </a:p>
          <a:p>
            <a:pPr>
              <a:buNone/>
              <a:lnSpc>
                <a:spcPct val="110000"/>
              </a:lnSpc>
              <a:spcAft>
                <a:spcPts val="600"/>
              </a:spcAft>
            </a:pPr>
            <a:r>
              <a:rPr lang="en-US" sz="2200" b="0">
                <a:solidFill>
                  <a:srgbClr val="30414C"/>
                </a:solidFill>
                <a:latin typeface="Arial"/>
              </a:rPr>
              <a:t>Clear use-case description</a:t>
            </a:r>
          </a:p>
          <a:p>
            <a:pPr>
              <a:buNone/>
              <a:lnSpc>
                <a:spcPct val="110000"/>
              </a:lnSpc>
              <a:spcAft>
                <a:spcPts val="600"/>
              </a:spcAft>
            </a:pPr>
            <a:r>
              <a:rPr lang="en-US" sz="2200" b="0">
                <a:solidFill>
                  <a:srgbClr val="30414C"/>
                </a:solidFill>
                <a:latin typeface="Arial"/>
              </a:rPr>
              <a:t>Accessible source code</a:t>
            </a:r>
          </a:p>
          <a:p>
            <a:pPr>
              <a:buNone/>
              <a:lnSpc>
                <a:spcPct val="110000"/>
              </a:lnSpc>
              <a:spcAft>
                <a:spcPts val="600"/>
              </a:spcAft>
            </a:pPr>
            <a:r>
              <a:rPr lang="en-US" sz="2200" b="0">
                <a:solidFill>
                  <a:srgbClr val="30414C"/>
                </a:solidFill>
                <a:latin typeface="Arial"/>
              </a:rPr>
              <a:t>Short functional demo</a:t>
            </a:r>
          </a:p>
          <a:p>
            <a:pPr>
              <a:buNone/>
              <a:lnSpc>
                <a:spcPct val="110000"/>
              </a:lnSpc>
              <a:spcAft>
                <a:spcPts val="600"/>
              </a:spcAft>
            </a:pPr>
            <a:r>
              <a:rPr lang="en-US" sz="2200" b="0">
                <a:solidFill>
                  <a:srgbClr val="30414C"/>
                </a:solidFill>
                <a:latin typeface="Arial"/>
              </a:rPr>
              <a:t>Explanation of the BYOD integration</a:t>
            </a:r>
          </a:p>
        </p:txBody>
      </p:sp>
      <p:sp>
        <p:nvSpPr>
          <p:cNvPr id="5" name="Text 5"/>
          <p:cNvSpPr txBox="1"/>
          <p:nvPr/>
        </p:nvSpPr>
        <p:spPr>
          <a:xfrm>
            <a:off x="6985000" y="1714500"/>
            <a:ext cx="4508500" cy="508000"/>
          </a:xfrm>
        </p:spPr>
        <p:txBody>
          <a:bodyPr wrap="square" lIns="0" rIns="0" tIns="0" bIns="0" anchor="t"/>
          <a:lstStyle/>
          <a:p>
            <a:pPr>
              <a:buNone/>
              <a:lnSpc>
                <a:spcPct val="110000"/>
              </a:lnSpc>
              <a:spcAft>
                <a:spcPts val="600"/>
              </a:spcAft>
            </a:pPr>
            <a:r>
              <a:rPr lang="en-US" sz="2600" b="1">
                <a:solidFill>
                  <a:srgbClr val="003F63"/>
                </a:solidFill>
                <a:latin typeface="Arial"/>
              </a:rPr>
              <a:t>Useful additions</a:t>
            </a:r>
          </a:p>
        </p:txBody>
      </p:sp>
      <p:sp>
        <p:nvSpPr>
          <p:cNvPr id="6" name="Text 6"/>
          <p:cNvSpPr txBox="1"/>
          <p:nvPr/>
        </p:nvSpPr>
        <p:spPr>
          <a:xfrm>
            <a:off x="6985000" y="2451100"/>
            <a:ext cx="4445000" cy="2476500"/>
          </a:xfrm>
        </p:spPr>
        <p:txBody>
          <a:bodyPr wrap="square" lIns="0" rIns="0" tIns="0" bIns="0" anchor="t"/>
          <a:lstStyle/>
          <a:p>
            <a:pPr>
              <a:buNone/>
              <a:lnSpc>
                <a:spcPct val="110000"/>
              </a:lnSpc>
              <a:spcAft>
                <a:spcPts val="600"/>
              </a:spcAft>
            </a:pPr>
            <a:r>
              <a:rPr lang="en-US" sz="2200" b="0">
                <a:solidFill>
                  <a:srgbClr val="30414C"/>
                </a:solidFill>
                <a:latin typeface="Arial"/>
              </a:rPr>
              <a:t>Architecture diagram</a:t>
            </a:r>
          </a:p>
          <a:p>
            <a:pPr>
              <a:buNone/>
              <a:lnSpc>
                <a:spcPct val="110000"/>
              </a:lnSpc>
              <a:spcAft>
                <a:spcPts val="600"/>
              </a:spcAft>
            </a:pPr>
            <a:r>
              <a:rPr lang="en-US" sz="2200" b="0">
                <a:solidFill>
                  <a:srgbClr val="30414C"/>
                </a:solidFill>
                <a:latin typeface="Arial"/>
              </a:rPr>
              <a:t>Additional device concepts</a:t>
            </a:r>
          </a:p>
          <a:p>
            <a:pPr>
              <a:buNone/>
              <a:lnSpc>
                <a:spcPct val="110000"/>
              </a:lnSpc>
              <a:spcAft>
                <a:spcPts val="600"/>
              </a:spcAft>
            </a:pPr>
            <a:r>
              <a:rPr lang="en-US" sz="2200" b="0">
                <a:solidFill>
                  <a:srgbClr val="30414C"/>
                </a:solidFill>
                <a:latin typeface="Arial"/>
              </a:rPr>
              <a:t>Future vehicle integration ideas</a:t>
            </a:r>
          </a:p>
          <a:p>
            <a:pPr>
              <a:buNone/>
              <a:lnSpc>
                <a:spcPct val="110000"/>
              </a:lnSpc>
              <a:spcAft>
                <a:spcPts val="600"/>
              </a:spcAft>
            </a:pPr>
            <a:r>
              <a:rPr lang="en-US" sz="2200" b="0">
                <a:solidFill>
                  <a:srgbClr val="30414C"/>
                </a:solidFill>
                <a:latin typeface="Arial"/>
              </a:rPr>
              <a:t>Platform feedback</a:t>
            </a:r>
          </a:p>
        </p:txBody>
      </p:sp>
      <p:sp>
        <p:nvSpPr>
          <p:cNvPr id="7" name="Text 7"/>
          <p:cNvSpPr txBox="1"/>
          <p:nvPr/>
        </p:nvSpPr>
        <p:spPr>
          <a:xfrm>
            <a:off x="698500" y="5499100"/>
            <a:ext cx="10668000" cy="381000"/>
          </a:xfrm>
        </p:spPr>
        <p:txBody>
          <a:bodyPr wrap="square" lIns="0" rIns="0" tIns="0" bIns="0" anchor="t"/>
          <a:lstStyle/>
          <a:p>
            <a:pPr>
              <a:buNone/>
              <a:lnSpc>
                <a:spcPct val="110000"/>
              </a:lnSpc>
              <a:spcAft>
                <a:spcPts val="600"/>
              </a:spcAft>
            </a:pPr>
            <a:r>
              <a:rPr lang="en-US" sz="2000" b="1">
                <a:solidFill>
                  <a:srgbClr val="003F63"/>
                </a:solidFill>
                <a:latin typeface="Arial"/>
              </a:rPr>
              <a:t>To be confirmed by the organizers</a:t>
            </a:r>
          </a:p>
        </p:txBody>
      </p:sp>
      <p:sp>
        <p:nvSpPr>
          <p:cNvPr id="8" name="Text 8"/>
          <p:cNvSpPr txBox="1"/>
          <p:nvPr/>
        </p:nvSpPr>
        <p:spPr>
          <a:xfrm>
            <a:off x="698500" y="5943600"/>
            <a:ext cx="10795000" cy="609600"/>
          </a:xfrm>
        </p:spPr>
        <p:txBody>
          <a:bodyPr wrap="square" lIns="0" rIns="0" tIns="0" bIns="0" anchor="t"/>
          <a:lstStyle/>
          <a:p>
            <a:pPr>
              <a:buNone/>
              <a:lnSpc>
                <a:spcPct val="110000"/>
              </a:lnSpc>
              <a:spcAft>
                <a:spcPts val="600"/>
              </a:spcAft>
            </a:pPr>
            <a:r>
              <a:rPr lang="en-US" sz="1800" b="0">
                <a:solidFill>
                  <a:srgbClr val="30414C"/>
                </a:solidFill>
                <a:latin typeface="Arial"/>
              </a:rPr>
              <a:t>Submission deadline and location, source-code format, pitch and demo duration.</a:t>
            </a:r>
          </a:p>
        </p:txBody>
      </p:sp>
    </p:spTree>
    <p:extLst>
      <p:ext uri="{BB962C8B-B14F-4D97-AF65-F5344CB8AC3E}">
        <p14:creationId xmlns:p14="http://schemas.microsoft.com/office/powerpoint/2010/main" val="285781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What makes a strong outcome</a:t>
            </a:r>
          </a:p>
        </p:txBody>
      </p:sp>
      <p:sp>
        <p:nvSpPr>
          <p:cNvPr id="3" name="Text 3"/>
          <p:cNvSpPr txBox="1"/>
          <p:nvPr/>
        </p:nvSpPr>
        <p:spPr>
          <a:xfrm>
            <a:off x="698500" y="1447800"/>
            <a:ext cx="10668000" cy="457200"/>
          </a:xfrm>
        </p:spPr>
        <p:txBody>
          <a:bodyPr wrap="square" lIns="0" rIns="0" tIns="0" bIns="0" anchor="t"/>
          <a:lstStyle/>
          <a:p>
            <a:pPr>
              <a:buNone/>
              <a:lnSpc>
                <a:spcPct val="110000"/>
              </a:lnSpc>
              <a:spcAft>
                <a:spcPts val="600"/>
              </a:spcAft>
            </a:pPr>
            <a:r>
              <a:rPr lang="en-US" sz="2200" b="0">
                <a:solidFill>
                  <a:srgbClr val="30414C"/>
                </a:solidFill>
                <a:latin typeface="Arial"/>
              </a:rPr>
              <a:t>Indicative evaluation dimensions</a:t>
            </a:r>
          </a:p>
        </p:txBody>
      </p:sp>
      <p:sp>
        <p:nvSpPr>
          <p:cNvPr id="4" name="Text 4"/>
          <p:cNvSpPr txBox="1"/>
          <p:nvPr/>
        </p:nvSpPr>
        <p:spPr>
          <a:xfrm>
            <a:off x="698500" y="2324100"/>
            <a:ext cx="5143500" cy="444500"/>
          </a:xfrm>
        </p:spPr>
        <p:txBody>
          <a:bodyPr wrap="square" lIns="0" rIns="0" tIns="0" bIns="0" anchor="t"/>
          <a:lstStyle/>
          <a:p>
            <a:pPr>
              <a:buNone/>
              <a:lnSpc>
                <a:spcPct val="110000"/>
              </a:lnSpc>
              <a:spcAft>
                <a:spcPts val="600"/>
              </a:spcAft>
            </a:pPr>
            <a:r>
              <a:rPr lang="en-US" sz="2400" b="1">
                <a:solidFill>
                  <a:srgbClr val="003F63"/>
                </a:solidFill>
                <a:latin typeface="Arial"/>
              </a:rPr>
              <a:t>Problem and value</a:t>
            </a:r>
          </a:p>
        </p:txBody>
      </p:sp>
      <p:sp>
        <p:nvSpPr>
          <p:cNvPr id="5" name="Text 5"/>
          <p:cNvSpPr txBox="1"/>
          <p:nvPr/>
        </p:nvSpPr>
        <p:spPr>
          <a:xfrm>
            <a:off x="698500" y="2882900"/>
            <a:ext cx="5143500" cy="1460500"/>
          </a:xfrm>
        </p:spPr>
        <p:txBody>
          <a:bodyPr wrap="square" lIns="0" rIns="0" tIns="0" bIns="0" anchor="t"/>
          <a:lstStyle/>
          <a:p>
            <a:pPr>
              <a:buNone/>
              <a:lnSpc>
                <a:spcPct val="110000"/>
              </a:lnSpc>
              <a:spcAft>
                <a:spcPts val="600"/>
              </a:spcAft>
            </a:pPr>
            <a:r>
              <a:rPr lang="en-US" sz="2200" b="0">
                <a:solidFill>
                  <a:srgbClr val="30414C"/>
                </a:solidFill>
                <a:latin typeface="Arial"/>
              </a:rPr>
              <a:t>Problem relevance</a:t>
            </a:r>
          </a:p>
          <a:p>
            <a:pPr>
              <a:buNone/>
              <a:lnSpc>
                <a:spcPct val="110000"/>
              </a:lnSpc>
              <a:spcAft>
                <a:spcPts val="600"/>
              </a:spcAft>
            </a:pPr>
            <a:r>
              <a:rPr lang="en-US" sz="2200" b="0">
                <a:solidFill>
                  <a:srgbClr val="30414C"/>
                </a:solidFill>
                <a:latin typeface="Arial"/>
              </a:rPr>
              <a:t>User value</a:t>
            </a:r>
          </a:p>
        </p:txBody>
      </p:sp>
      <p:sp>
        <p:nvSpPr>
          <p:cNvPr id="6" name="Text 6"/>
          <p:cNvSpPr txBox="1"/>
          <p:nvPr/>
        </p:nvSpPr>
        <p:spPr>
          <a:xfrm>
            <a:off x="6477000" y="2324100"/>
            <a:ext cx="5143500" cy="444500"/>
          </a:xfrm>
        </p:spPr>
        <p:txBody>
          <a:bodyPr wrap="square" lIns="0" rIns="0" tIns="0" bIns="0" anchor="t"/>
          <a:lstStyle/>
          <a:p>
            <a:pPr>
              <a:buNone/>
              <a:lnSpc>
                <a:spcPct val="110000"/>
              </a:lnSpc>
              <a:spcAft>
                <a:spcPts val="600"/>
              </a:spcAft>
            </a:pPr>
            <a:r>
              <a:rPr lang="en-US" sz="2400" b="1">
                <a:solidFill>
                  <a:srgbClr val="003F63"/>
                </a:solidFill>
                <a:latin typeface="Arial"/>
              </a:rPr>
              <a:t>Solution concept</a:t>
            </a:r>
          </a:p>
        </p:txBody>
      </p:sp>
      <p:sp>
        <p:nvSpPr>
          <p:cNvPr id="7" name="Text 7"/>
          <p:cNvSpPr txBox="1"/>
          <p:nvPr/>
        </p:nvSpPr>
        <p:spPr>
          <a:xfrm>
            <a:off x="6477000" y="2882900"/>
            <a:ext cx="5143500" cy="1460500"/>
          </a:xfrm>
        </p:spPr>
        <p:txBody>
          <a:bodyPr wrap="square" lIns="0" rIns="0" tIns="0" bIns="0" anchor="t"/>
          <a:lstStyle/>
          <a:p>
            <a:pPr>
              <a:buNone/>
              <a:lnSpc>
                <a:spcPct val="110000"/>
              </a:lnSpc>
              <a:spcAft>
                <a:spcPts val="600"/>
              </a:spcAft>
            </a:pPr>
            <a:r>
              <a:rPr lang="en-US" sz="2200" b="0">
                <a:solidFill>
                  <a:srgbClr val="30414C"/>
                </a:solidFill>
                <a:latin typeface="Arial"/>
              </a:rPr>
              <a:t>Creativity</a:t>
            </a:r>
          </a:p>
          <a:p>
            <a:pPr>
              <a:buNone/>
              <a:lnSpc>
                <a:spcPct val="110000"/>
              </a:lnSpc>
              <a:spcAft>
                <a:spcPts val="600"/>
              </a:spcAft>
            </a:pPr>
            <a:r>
              <a:rPr lang="en-US" sz="2200" b="0">
                <a:solidFill>
                  <a:srgbClr val="30414C"/>
                </a:solidFill>
                <a:latin typeface="Arial"/>
              </a:rPr>
              <a:t>BYOD integration concept</a:t>
            </a:r>
          </a:p>
        </p:txBody>
      </p:sp>
      <p:sp>
        <p:nvSpPr>
          <p:cNvPr id="8" name="Text 8"/>
          <p:cNvSpPr txBox="1"/>
          <p:nvPr/>
        </p:nvSpPr>
        <p:spPr>
          <a:xfrm>
            <a:off x="698500" y="4076700"/>
            <a:ext cx="5143500" cy="444500"/>
          </a:xfrm>
        </p:spPr>
        <p:txBody>
          <a:bodyPr wrap="square" lIns="0" rIns="0" tIns="0" bIns="0" anchor="t"/>
          <a:lstStyle/>
          <a:p>
            <a:pPr>
              <a:buNone/>
              <a:lnSpc>
                <a:spcPct val="110000"/>
              </a:lnSpc>
              <a:spcAft>
                <a:spcPts val="600"/>
              </a:spcAft>
            </a:pPr>
            <a:r>
              <a:rPr lang="en-US" sz="2400" b="1">
                <a:solidFill>
                  <a:srgbClr val="003F63"/>
                </a:solidFill>
                <a:latin typeface="Arial"/>
              </a:rPr>
              <a:t>Working implementation</a:t>
            </a:r>
          </a:p>
        </p:txBody>
      </p:sp>
      <p:sp>
        <p:nvSpPr>
          <p:cNvPr id="9" name="Text 9"/>
          <p:cNvSpPr txBox="1"/>
          <p:nvPr/>
        </p:nvSpPr>
        <p:spPr>
          <a:xfrm>
            <a:off x="698500" y="4635500"/>
            <a:ext cx="5143500" cy="1460500"/>
          </a:xfrm>
        </p:spPr>
        <p:txBody>
          <a:bodyPr wrap="square" lIns="0" rIns="0" tIns="0" bIns="0" anchor="t"/>
          <a:lstStyle/>
          <a:p>
            <a:pPr>
              <a:buNone/>
              <a:lnSpc>
                <a:spcPct val="110000"/>
              </a:lnSpc>
              <a:spcAft>
                <a:spcPts val="600"/>
              </a:spcAft>
            </a:pPr>
            <a:r>
              <a:rPr lang="en-US" sz="2200" b="0">
                <a:solidFill>
                  <a:srgbClr val="30414C"/>
                </a:solidFill>
                <a:latin typeface="Arial"/>
              </a:rPr>
              <a:t>Technical implementation</a:t>
            </a:r>
          </a:p>
          <a:p>
            <a:pPr>
              <a:buNone/>
              <a:lnSpc>
                <a:spcPct val="110000"/>
              </a:lnSpc>
              <a:spcAft>
                <a:spcPts val="600"/>
              </a:spcAft>
            </a:pPr>
            <a:r>
              <a:rPr lang="en-US" sz="2200" b="0">
                <a:solidFill>
                  <a:srgbClr val="30414C"/>
                </a:solidFill>
                <a:latin typeface="Arial"/>
              </a:rPr>
              <a:t>Use of digital.auto</a:t>
            </a:r>
          </a:p>
          <a:p>
            <a:pPr>
              <a:buNone/>
              <a:lnSpc>
                <a:spcPct val="110000"/>
              </a:lnSpc>
              <a:spcAft>
                <a:spcPts val="600"/>
              </a:spcAft>
            </a:pPr>
            <a:r>
              <a:rPr lang="en-US" sz="2200" b="0">
                <a:solidFill>
                  <a:srgbClr val="30414C"/>
                </a:solidFill>
                <a:latin typeface="Arial"/>
              </a:rPr>
              <a:t>Demo quality</a:t>
            </a:r>
          </a:p>
        </p:txBody>
      </p:sp>
      <p:sp>
        <p:nvSpPr>
          <p:cNvPr id="10" name="Text 10"/>
          <p:cNvSpPr txBox="1"/>
          <p:nvPr/>
        </p:nvSpPr>
        <p:spPr>
          <a:xfrm>
            <a:off x="6477000" y="4076700"/>
            <a:ext cx="5143500" cy="444500"/>
          </a:xfrm>
        </p:spPr>
        <p:txBody>
          <a:bodyPr wrap="square" lIns="0" rIns="0" tIns="0" bIns="0" anchor="t"/>
          <a:lstStyle/>
          <a:p>
            <a:pPr>
              <a:buNone/>
              <a:lnSpc>
                <a:spcPct val="110000"/>
              </a:lnSpc>
              <a:spcAft>
                <a:spcPts val="600"/>
              </a:spcAft>
            </a:pPr>
            <a:r>
              <a:rPr lang="en-US" sz="2400" b="1">
                <a:solidFill>
                  <a:srgbClr val="003F63"/>
                </a:solidFill>
                <a:latin typeface="Arial"/>
              </a:rPr>
              <a:t>Future integration</a:t>
            </a:r>
          </a:p>
        </p:txBody>
      </p:sp>
      <p:sp>
        <p:nvSpPr>
          <p:cNvPr id="11" name="Text 11"/>
          <p:cNvSpPr txBox="1"/>
          <p:nvPr/>
        </p:nvSpPr>
        <p:spPr>
          <a:xfrm>
            <a:off x="6477000" y="4635500"/>
            <a:ext cx="5143500" cy="1460500"/>
          </a:xfrm>
        </p:spPr>
        <p:txBody>
          <a:bodyPr wrap="square" lIns="0" rIns="0" tIns="0" bIns="0" anchor="t"/>
          <a:lstStyle/>
          <a:p>
            <a:pPr>
              <a:buNone/>
              <a:lnSpc>
                <a:spcPct val="110000"/>
              </a:lnSpc>
              <a:spcAft>
                <a:spcPts val="600"/>
              </a:spcAft>
            </a:pPr>
            <a:r>
              <a:rPr lang="en-US" sz="2200" b="0">
                <a:solidFill>
                  <a:srgbClr val="30414C"/>
                </a:solidFill>
                <a:latin typeface="Arial"/>
              </a:rPr>
              <a:t>Scalability to additional devices</a:t>
            </a:r>
          </a:p>
        </p:txBody>
      </p:sp>
      <p:sp>
        <p:nvSpPr>
          <p:cNvPr id="12" name="Text 12"/>
          <p:cNvSpPr txBox="1"/>
          <p:nvPr/>
        </p:nvSpPr>
        <p:spPr>
          <a:xfrm>
            <a:off x="698500" y="6083300"/>
            <a:ext cx="10795000" cy="381000"/>
          </a:xfrm>
        </p:spPr>
        <p:txBody>
          <a:bodyPr wrap="square" lIns="0" rIns="0" tIns="0" bIns="0" anchor="t"/>
          <a:lstStyle/>
          <a:p>
            <a:pPr>
              <a:buNone/>
              <a:lnSpc>
                <a:spcPct val="110000"/>
              </a:lnSpc>
              <a:spcAft>
                <a:spcPts val="600"/>
              </a:spcAft>
            </a:pPr>
            <a:r>
              <a:rPr lang="en-US" sz="1800" b="0">
                <a:solidFill>
                  <a:srgbClr val="30414C"/>
                </a:solidFill>
                <a:latin typeface="Arial"/>
              </a:rPr>
              <a:t>Final judging criteria and any weighting are to be confirmed.</a:t>
            </a:r>
          </a:p>
        </p:txBody>
      </p:sp>
    </p:spTree>
    <p:extLst>
      <p:ext uri="{BB962C8B-B14F-4D97-AF65-F5344CB8AC3E}">
        <p14:creationId xmlns:p14="http://schemas.microsoft.com/office/powerpoint/2010/main" val="2857815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Start your prototype</a:t>
            </a:r>
          </a:p>
        </p:txBody>
      </p:sp>
      <p:sp>
        <p:nvSpPr>
          <p:cNvPr id="3" name="Text 3"/>
          <p:cNvSpPr txBox="1"/>
          <p:nvPr/>
        </p:nvSpPr>
        <p:spPr>
          <a:xfrm>
            <a:off x="698500" y="1536700"/>
            <a:ext cx="10604500" cy="1016000"/>
          </a:xfrm>
        </p:spPr>
        <p:txBody>
          <a:bodyPr wrap="square" lIns="0" rIns="0" tIns="0" bIns="0" anchor="t"/>
          <a:lstStyle/>
          <a:p>
            <a:pPr>
              <a:buNone/>
              <a:lnSpc>
                <a:spcPct val="110000"/>
              </a:lnSpc>
              <a:spcAft>
                <a:spcPts val="600"/>
              </a:spcAft>
            </a:pPr>
            <a:r>
              <a:rPr lang="en-US" sz="3000" b="1">
                <a:solidFill>
                  <a:srgbClr val="003F63"/>
                </a:solidFill>
                <a:latin typeface="Arial"/>
              </a:rPr>
              <a:t>Choose a challenge and create your team project.</a:t>
            </a:r>
          </a:p>
        </p:txBody>
      </p:sp>
      <p:sp>
        <p:nvSpPr>
          <p:cNvPr id="4" name="Text 4"/>
          <p:cNvSpPr txBox="1"/>
          <p:nvPr/>
        </p:nvSpPr>
        <p:spPr>
          <a:xfrm>
            <a:off x="698500" y="2832100"/>
            <a:ext cx="5080000" cy="469900"/>
          </a:xfrm>
        </p:spPr>
        <p:txBody>
          <a:bodyPr wrap="square" lIns="0" rIns="0" tIns="0" bIns="0" anchor="t"/>
          <a:lstStyle/>
          <a:p>
            <a:pPr>
              <a:buNone/>
              <a:lnSpc>
                <a:spcPct val="110000"/>
              </a:lnSpc>
              <a:spcAft>
                <a:spcPts val="600"/>
              </a:spcAft>
            </a:pPr>
            <a:r>
              <a:rPr lang="en-US" sz="2500" b="1">
                <a:solidFill>
                  <a:srgbClr val="003F63"/>
                </a:solidFill>
                <a:latin typeface="Arial"/>
              </a:rPr>
              <a:t>Resources</a:t>
            </a:r>
          </a:p>
        </p:txBody>
      </p:sp>
      <p:sp>
        <p:nvSpPr>
          <p:cNvPr id="5" name="Text 5"/>
          <p:cNvSpPr txBox="1"/>
          <p:nvPr/>
        </p:nvSpPr>
        <p:spPr>
          <a:xfrm>
            <a:off x="698500" y="3530600"/>
            <a:ext cx="5778500" cy="431800"/>
          </a:xfrm>
        </p:spPr>
        <p:txBody>
          <a:bodyPr wrap="square" lIns="0" rIns="0" tIns="0" bIns="0" anchor="t"/>
          <a:lstStyle/>
          <a:p>
            <a:pPr>
              <a:buNone/>
              <a:lnSpc>
                <a:spcPct val="110000"/>
              </a:lnSpc>
              <a:spcAft>
                <a:spcPts val="600"/>
              </a:spcAft>
            </a:pPr>
            <a:r>
              <a:rPr lang="en-US" sz="2000" b="0">
                <a:solidFill>
                  <a:srgbClr val="003F63"/>
                </a:solidFill>
                <a:latin typeface="Arial"/>
                <a:hlinkClick r:id="rId2"/>
              </a:rPr>
              <a:t>Hackathon guide and setup instructions</a:t>
            </a:r>
          </a:p>
        </p:txBody>
      </p:sp>
      <p:sp>
        <p:nvSpPr>
          <p:cNvPr id="6" name="Text 6"/>
          <p:cNvSpPr txBox="1"/>
          <p:nvPr/>
        </p:nvSpPr>
        <p:spPr>
          <a:xfrm>
            <a:off x="698500" y="4165600"/>
            <a:ext cx="5588000" cy="431800"/>
          </a:xfrm>
        </p:spPr>
        <p:txBody>
          <a:bodyPr wrap="square" lIns="0" rIns="0" tIns="0" bIns="0" anchor="t"/>
          <a:lstStyle/>
          <a:p>
            <a:pPr>
              <a:buNone/>
              <a:lnSpc>
                <a:spcPct val="110000"/>
              </a:lnSpc>
              <a:spcAft>
                <a:spcPts val="600"/>
              </a:spcAft>
            </a:pPr>
            <a:r>
              <a:rPr lang="en-US" sz="2000" b="0">
                <a:solidFill>
                  <a:srgbClr val="003F63"/>
                </a:solidFill>
                <a:latin typeface="Arial"/>
                <a:hlinkClick r:id="rId3"/>
              </a:rPr>
              <a:t>digital.auto Playground</a:t>
            </a:r>
          </a:p>
        </p:txBody>
      </p:sp>
      <p:sp>
        <p:nvSpPr>
          <p:cNvPr id="7" name="Text 7"/>
          <p:cNvSpPr txBox="1"/>
          <p:nvPr/>
        </p:nvSpPr>
        <p:spPr>
          <a:xfrm>
            <a:off x="698500" y="4800600"/>
            <a:ext cx="5588000" cy="431800"/>
          </a:xfrm>
        </p:spPr>
        <p:txBody>
          <a:bodyPr wrap="square" lIns="0" rIns="0" tIns="0" bIns="0" anchor="t"/>
          <a:lstStyle/>
          <a:p>
            <a:pPr>
              <a:buNone/>
              <a:lnSpc>
                <a:spcPct val="110000"/>
              </a:lnSpc>
              <a:spcAft>
                <a:spcPts val="600"/>
              </a:spcAft>
            </a:pPr>
            <a:r>
              <a:rPr lang="en-US" sz="2000" b="0">
                <a:solidFill>
                  <a:srgbClr val="003F63"/>
                </a:solidFill>
                <a:latin typeface="Arial"/>
                <a:hlinkClick r:id="rId4"/>
              </a:rPr>
              <a:t>Example camera prototype</a:t>
            </a:r>
          </a:p>
        </p:txBody>
      </p:sp>
      <p:sp>
        <p:nvSpPr>
          <p:cNvPr id="8" name="Text 8"/>
          <p:cNvSpPr txBox="1"/>
          <p:nvPr/>
        </p:nvSpPr>
        <p:spPr>
          <a:xfrm>
            <a:off x="698500" y="5435600"/>
            <a:ext cx="5588000" cy="431800"/>
          </a:xfrm>
        </p:spPr>
        <p:txBody>
          <a:bodyPr wrap="square" lIns="0" rIns="0" tIns="0" bIns="0" anchor="t"/>
          <a:lstStyle/>
          <a:p>
            <a:pPr>
              <a:buNone/>
              <a:lnSpc>
                <a:spcPct val="110000"/>
              </a:lnSpc>
              <a:spcAft>
                <a:spcPts val="600"/>
              </a:spcAft>
            </a:pPr>
            <a:r>
              <a:rPr lang="en-US" sz="2000" b="0">
                <a:solidFill>
                  <a:srgbClr val="003F63"/>
                </a:solidFill>
                <a:latin typeface="Arial"/>
                <a:hlinkClick r:id="rId5"/>
              </a:rPr>
              <a:t>digital.auto documentation</a:t>
            </a:r>
          </a:p>
        </p:txBody>
      </p:sp>
      <p:sp>
        <p:nvSpPr>
          <p:cNvPr id="9" name="Text 9"/>
          <p:cNvSpPr txBox="1"/>
          <p:nvPr/>
        </p:nvSpPr>
        <p:spPr>
          <a:xfrm>
            <a:off x="6985000" y="2832100"/>
            <a:ext cx="4445000" cy="469900"/>
          </a:xfrm>
        </p:spPr>
        <p:txBody>
          <a:bodyPr wrap="square" lIns="0" rIns="0" tIns="0" bIns="0" anchor="t"/>
          <a:lstStyle/>
          <a:p>
            <a:pPr>
              <a:buNone/>
              <a:lnSpc>
                <a:spcPct val="110000"/>
              </a:lnSpc>
              <a:spcAft>
                <a:spcPts val="600"/>
              </a:spcAft>
            </a:pPr>
            <a:r>
              <a:rPr lang="en-US" sz="2500" b="1">
                <a:solidFill>
                  <a:srgbClr val="003F63"/>
                </a:solidFill>
                <a:latin typeface="Arial"/>
              </a:rPr>
              <a:t>Technical support</a:t>
            </a:r>
          </a:p>
        </p:txBody>
      </p:sp>
      <p:sp>
        <p:nvSpPr>
          <p:cNvPr id="10" name="Text 10"/>
          <p:cNvSpPr txBox="1"/>
          <p:nvPr/>
        </p:nvSpPr>
        <p:spPr>
          <a:xfrm>
            <a:off x="6985000" y="3530600"/>
            <a:ext cx="4445000" cy="431800"/>
          </a:xfrm>
        </p:spPr>
        <p:txBody>
          <a:bodyPr wrap="square" lIns="0" rIns="0" tIns="0" bIns="0" anchor="t"/>
          <a:lstStyle/>
          <a:p>
            <a:pPr>
              <a:buNone/>
              <a:lnSpc>
                <a:spcPct val="110000"/>
              </a:lnSpc>
              <a:spcAft>
                <a:spcPts val="600"/>
              </a:spcAft>
            </a:pPr>
            <a:r>
              <a:rPr lang="en-US" sz="2200" b="0">
                <a:solidFill>
                  <a:srgbClr val="003F63"/>
                </a:solidFill>
                <a:latin typeface="Arial"/>
                <a:hlinkClick r:id="rId6"/>
              </a:rPr>
              <a:t>Chris Cheng</a:t>
            </a:r>
          </a:p>
        </p:txBody>
      </p:sp>
      <p:sp>
        <p:nvSpPr>
          <p:cNvPr id="11" name="Text 11"/>
          <p:cNvSpPr txBox="1"/>
          <p:nvPr/>
        </p:nvSpPr>
        <p:spPr>
          <a:xfrm>
            <a:off x="6985000" y="4165600"/>
            <a:ext cx="4508500" cy="431800"/>
          </a:xfrm>
        </p:spPr>
        <p:txBody>
          <a:bodyPr wrap="square" lIns="0" rIns="0" tIns="0" bIns="0" anchor="t"/>
          <a:lstStyle/>
          <a:p>
            <a:pPr>
              <a:buNone/>
              <a:lnSpc>
                <a:spcPct val="110000"/>
              </a:lnSpc>
              <a:spcAft>
                <a:spcPts val="600"/>
              </a:spcAft>
            </a:pPr>
            <a:r>
              <a:rPr lang="en-US" sz="2100" b="0">
                <a:solidFill>
                  <a:srgbClr val="003F63"/>
                </a:solidFill>
                <a:latin typeface="Arial"/>
                <a:hlinkClick r:id="rId7"/>
              </a:rPr>
              <a:t>Mohammed Raihan Soniwala</a:t>
            </a:r>
          </a:p>
        </p:txBody>
      </p:sp>
      <p:sp>
        <p:nvSpPr>
          <p:cNvPr id="12" name="Text 12"/>
          <p:cNvSpPr txBox="1"/>
          <p:nvPr/>
        </p:nvSpPr>
        <p:spPr>
          <a:xfrm>
            <a:off x="6985000" y="4914900"/>
            <a:ext cx="4508500" cy="1143000"/>
          </a:xfrm>
        </p:spPr>
        <p:txBody>
          <a:bodyPr wrap="square" lIns="0" rIns="0" tIns="0" bIns="0" anchor="t"/>
          <a:lstStyle/>
          <a:p>
            <a:pPr>
              <a:buNone/>
              <a:lnSpc>
                <a:spcPct val="110000"/>
              </a:lnSpc>
              <a:spcAft>
                <a:spcPts val="600"/>
              </a:spcAft>
            </a:pPr>
            <a:r>
              <a:rPr lang="en-US" sz="2000" b="0">
                <a:solidFill>
                  <a:srgbClr val="30414C"/>
                </a:solidFill>
                <a:latin typeface="Arial"/>
              </a:rPr>
              <a:t>Ask a mentor for your Runtime name,</a:t>
            </a:r>
          </a:p>
          <a:p>
            <a:pPr>
              <a:buNone/>
              <a:lnSpc>
                <a:spcPct val="110000"/>
              </a:lnSpc>
              <a:spcAft>
                <a:spcPts val="600"/>
              </a:spcAft>
            </a:pPr>
            <a:r>
              <a:rPr lang="en-US" sz="2000" b="0">
                <a:solidFill>
                  <a:srgbClr val="30414C"/>
                </a:solidFill>
                <a:latin typeface="Arial"/>
              </a:rPr>
              <a:t>camera access and optional sensors.</a:t>
            </a:r>
          </a:p>
        </p:txBody>
      </p:sp>
      <p:sp>
        <p:nvSpPr>
          <p:cNvPr id="13" name="Text 13"/>
          <p:cNvSpPr txBox="1"/>
          <p:nvPr/>
        </p:nvSpPr>
        <p:spPr>
          <a:xfrm>
            <a:off x="698500" y="6184900"/>
            <a:ext cx="10795000" cy="317500"/>
          </a:xfrm>
        </p:spPr>
        <p:txBody>
          <a:bodyPr wrap="square" lIns="0" rIns="0" tIns="0" bIns="0" anchor="t"/>
          <a:lstStyle/>
          <a:p>
            <a:pPr>
              <a:buNone/>
              <a:lnSpc>
                <a:spcPct val="110000"/>
              </a:lnSpc>
              <a:spcAft>
                <a:spcPts val="600"/>
              </a:spcAft>
            </a:pPr>
            <a:r>
              <a:rPr lang="en-US" sz="1600" b="0">
                <a:solidFill>
                  <a:srgbClr val="30414C"/>
                </a:solidFill>
                <a:latin typeface="Arial"/>
              </a:rPr>
              <a:t>Select a resource or contact name to open its link.</a:t>
            </a:r>
          </a:p>
        </p:txBody>
      </p:sp>
    </p:spTree>
    <p:extLst>
      <p:ext uri="{BB962C8B-B14F-4D97-AF65-F5344CB8AC3E}">
        <p14:creationId xmlns:p14="http://schemas.microsoft.com/office/powerpoint/2010/main" val="2857815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Appendix: create your team project</a:t>
            </a:r>
          </a:p>
        </p:txBody>
      </p:sp>
      <p:sp>
        <p:nvSpPr>
          <p:cNvPr id="3" name="Text 3"/>
          <p:cNvSpPr txBox="1"/>
          <p:nvPr/>
        </p:nvSpPr>
        <p:spPr>
          <a:xfrm>
            <a:off x="698500" y="1511300"/>
            <a:ext cx="5461000" cy="431800"/>
          </a:xfrm>
        </p:spPr>
        <p:txBody>
          <a:bodyPr wrap="square" lIns="0" rIns="0" tIns="0" bIns="0" anchor="t"/>
          <a:lstStyle/>
          <a:p>
            <a:pPr>
              <a:buNone/>
              <a:lnSpc>
                <a:spcPct val="110000"/>
              </a:lnSpc>
              <a:spcAft>
                <a:spcPts val="600"/>
              </a:spcAft>
            </a:pPr>
            <a:r>
              <a:rPr lang="en-US" sz="2200" b="1">
                <a:solidFill>
                  <a:srgbClr val="003F63"/>
                </a:solidFill>
                <a:latin typeface="Arial"/>
              </a:rPr>
              <a:t>1  Select the hackathon vehicle</a:t>
            </a:r>
          </a:p>
        </p:txBody>
      </p:sp>
      <p:sp>
        <p:nvSpPr>
          <p:cNvPr id="4" name="Text 4"/>
          <p:cNvSpPr txBox="1"/>
          <p:nvPr/>
        </p:nvSpPr>
        <p:spPr>
          <a:xfrm>
            <a:off x="698500" y="2070100"/>
            <a:ext cx="5651500" cy="444500"/>
          </a:xfrm>
        </p:spPr>
        <p:txBody>
          <a:bodyPr wrap="square" lIns="0" rIns="0" tIns="0" bIns="0" anchor="t"/>
          <a:lstStyle/>
          <a:p>
            <a:pPr>
              <a:buNone/>
              <a:lnSpc>
                <a:spcPct val="110000"/>
              </a:lnSpc>
              <a:spcAft>
                <a:spcPts val="600"/>
              </a:spcAft>
            </a:pPr>
            <a:r>
              <a:rPr lang="en-US" sz="2100" b="0">
                <a:solidFill>
                  <a:srgbClr val="30414C"/>
                </a:solidFill>
                <a:latin typeface="Arial"/>
              </a:rPr>
              <a:t>IAA Hannover Hackathon 2026</a:t>
            </a:r>
          </a:p>
        </p:txBody>
      </p:sp>
      <p:sp>
        <p:nvSpPr>
          <p:cNvPr id="5" name="Text 5"/>
          <p:cNvSpPr txBox="1"/>
          <p:nvPr/>
        </p:nvSpPr>
        <p:spPr>
          <a:xfrm>
            <a:off x="698500" y="2882900"/>
            <a:ext cx="5588000" cy="825500"/>
          </a:xfrm>
        </p:spPr>
        <p:txBody>
          <a:bodyPr wrap="square" lIns="0" rIns="0" tIns="0" bIns="0" anchor="t"/>
          <a:lstStyle/>
          <a:p>
            <a:pPr>
              <a:buNone/>
              <a:lnSpc>
                <a:spcPct val="110000"/>
              </a:lnSpc>
              <a:spcAft>
                <a:spcPts val="600"/>
              </a:spcAft>
            </a:pPr>
            <a:r>
              <a:rPr lang="en-US" sz="2200" b="1">
                <a:solidFill>
                  <a:srgbClr val="003F63"/>
                </a:solidFill>
                <a:latin typeface="Arial"/>
              </a:rPr>
              <a:t>2  Name the prototype after your team</a:t>
            </a:r>
          </a:p>
        </p:txBody>
      </p:sp>
      <p:sp>
        <p:nvSpPr>
          <p:cNvPr id="6" name="Text 6"/>
          <p:cNvSpPr txBox="1"/>
          <p:nvPr/>
        </p:nvSpPr>
        <p:spPr>
          <a:xfrm>
            <a:off x="698500" y="3784600"/>
            <a:ext cx="5524500" cy="825500"/>
          </a:xfrm>
        </p:spPr>
        <p:txBody>
          <a:bodyPr wrap="square" lIns="0" rIns="0" tIns="0" bIns="0" anchor="t"/>
          <a:lstStyle/>
          <a:p>
            <a:pPr>
              <a:buNone/>
              <a:lnSpc>
                <a:spcPct val="110000"/>
              </a:lnSpc>
              <a:spcAft>
                <a:spcPts val="600"/>
              </a:spcAft>
            </a:pPr>
            <a:r>
              <a:rPr lang="en-US" sz="2100" b="0">
                <a:solidFill>
                  <a:srgbClr val="30414C"/>
                </a:solidFill>
                <a:latin typeface="Arial"/>
              </a:rPr>
              <a:t>Choose Python Multiple Files (Beta)</a:t>
            </a:r>
          </a:p>
          <a:p>
            <a:pPr>
              <a:buNone/>
              <a:lnSpc>
                <a:spcPct val="110000"/>
              </a:lnSpc>
              <a:spcAft>
                <a:spcPts val="600"/>
              </a:spcAft>
            </a:pPr>
            <a:r>
              <a:rPr lang="en-US" sz="2100" b="0">
                <a:solidFill>
                  <a:srgbClr val="30414C"/>
                </a:solidFill>
                <a:latin typeface="Arial"/>
              </a:rPr>
              <a:t>for the Python reference workflow.</a:t>
            </a:r>
          </a:p>
        </p:txBody>
      </p:sp>
      <p:pic>
        <p:nvPicPr>
          <p:cNvPr id="7" name="Imgs/prototype name.png" descr="Screenshot from project README; example names may differ from event assignments."/>
          <p:cNvPicPr>
            <a:picLocks noChangeAspect="1"/>
          </p:cNvPicPr>
          <p:nvPr/>
        </p:nvPicPr>
        <p:blipFill>
          <a:blip r:embed="rId2"/>
          <a:stretch>
            <a:fillRect/>
          </a:stretch>
        </p:blipFill>
        <p:spPr>
          <a:xfrm>
            <a:off x="6604000" y="2001976"/>
            <a:ext cx="4953000" cy="3438248"/>
          </a:xfrm>
          <a:prstGeom prst="rect">
            <a:avLst/>
          </a:prstGeom>
        </p:spPr>
      </p:pic>
      <p:sp>
        <p:nvSpPr>
          <p:cNvPr id="8" name="Text 8"/>
          <p:cNvSpPr txBox="1"/>
          <p:nvPr/>
        </p:nvSpPr>
        <p:spPr>
          <a:xfrm>
            <a:off x="698500" y="5003800"/>
            <a:ext cx="5524500" cy="444500"/>
          </a:xfrm>
        </p:spPr>
        <p:txBody>
          <a:bodyPr wrap="square" lIns="0" rIns="0" tIns="0" bIns="0" anchor="t"/>
          <a:lstStyle/>
          <a:p>
            <a:pPr>
              <a:buNone/>
              <a:lnSpc>
                <a:spcPct val="110000"/>
              </a:lnSpc>
              <a:spcAft>
                <a:spcPts val="600"/>
              </a:spcAft>
            </a:pPr>
            <a:r>
              <a:rPr lang="en-US" sz="2200" b="1">
                <a:solidFill>
                  <a:srgbClr val="003F63"/>
                </a:solidFill>
                <a:latin typeface="Arial"/>
              </a:rPr>
              <a:t>3  Open SDV Code</a:t>
            </a:r>
          </a:p>
        </p:txBody>
      </p:sp>
      <p:sp>
        <p:nvSpPr>
          <p:cNvPr id="9" name="Text 9"/>
          <p:cNvSpPr txBox="1"/>
          <p:nvPr/>
        </p:nvSpPr>
        <p:spPr>
          <a:xfrm>
            <a:off x="698500" y="5524500"/>
            <a:ext cx="5524500" cy="698500"/>
          </a:xfrm>
        </p:spPr>
        <p:txBody>
          <a:bodyPr wrap="square" lIns="0" rIns="0" tIns="0" bIns="0" anchor="t"/>
          <a:lstStyle/>
          <a:p>
            <a:pPr>
              <a:buNone/>
              <a:lnSpc>
                <a:spcPct val="110000"/>
              </a:lnSpc>
              <a:spcAft>
                <a:spcPts val="600"/>
              </a:spcAft>
            </a:pPr>
            <a:r>
              <a:rPr lang="en-US" sz="2100" b="0">
                <a:solidFill>
                  <a:srgbClr val="30414C"/>
                </a:solidFill>
                <a:latin typeface="Arial"/>
              </a:rPr>
              <a:t>Manage your source and requirements files.</a:t>
            </a:r>
          </a:p>
        </p:txBody>
      </p:sp>
      <p:sp>
        <p:nvSpPr>
          <p:cNvPr id="10" name="Text 10"/>
          <p:cNvSpPr txBox="1"/>
          <p:nvPr/>
        </p:nvSpPr>
        <p:spPr>
          <a:xfrm>
            <a:off x="698500" y="6273800"/>
            <a:ext cx="10795000" cy="330200"/>
          </a:xfrm>
        </p:spPr>
        <p:txBody>
          <a:bodyPr wrap="square" lIns="0" rIns="0" tIns="0" bIns="0" anchor="t"/>
          <a:lstStyle/>
          <a:p>
            <a:pPr>
              <a:buNone/>
              <a:lnSpc>
                <a:spcPct val="110000"/>
              </a:lnSpc>
              <a:spcAft>
                <a:spcPts val="600"/>
              </a:spcAft>
            </a:pPr>
            <a:r>
              <a:rPr lang="en-US" sz="1600" b="0">
                <a:solidFill>
                  <a:srgbClr val="30414C"/>
                </a:solidFill>
                <a:latin typeface="Arial"/>
              </a:rPr>
              <a:t>Example interface. Use the event vehicle and your own team name.</a:t>
            </a:r>
          </a:p>
        </p:txBody>
      </p:sp>
    </p:spTree>
    <p:extLst>
      <p:ext uri="{BB962C8B-B14F-4D97-AF65-F5344CB8AC3E}">
        <p14:creationId xmlns:p14="http://schemas.microsoft.com/office/powerpoint/2010/main" val="285781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00F-542C-9524-F5CC-2F4A8C61A7DA}"/>
            </a:ext>
          </a:extLst>
        </p:cNvPr>
        <p:cNvGrpSpPr/>
        <p:nvPr/>
      </p:nvGrpSpPr>
      <p:grpSpPr>
        <a:xfrm>
          <a:off x="0" y="0"/>
          <a:ext cx="0" cy="0"/>
          <a:chOff x="0" y="0"/>
          <a:chExt cx="0" cy="0"/>
        </a:xfrm>
      </p:grpSpPr>
      <p:sp>
        <p:nvSpPr>
          <p:cNvPr id="2" name="Text 2"/>
          <p:cNvSpPr txBox="1"/>
          <p:nvPr/>
        </p:nvSpPr>
        <p:spPr>
          <a:xfrm>
            <a:off x="520700" y="431800"/>
            <a:ext cx="9398000" cy="482600"/>
          </a:xfrm>
        </p:spPr>
        <p:txBody>
          <a:bodyPr wrap="square" lIns="0" rIns="0" tIns="0" bIns="0" anchor="t"/>
          <a:lstStyle/>
          <a:p>
            <a:pPr>
              <a:buNone/>
              <a:lnSpc>
                <a:spcPct val="110000"/>
              </a:lnSpc>
              <a:spcAft>
                <a:spcPts val="600"/>
              </a:spcAft>
            </a:pPr>
            <a:r>
              <a:rPr lang="en-US" sz="2800" b="0">
                <a:solidFill>
                  <a:srgbClr val="003F63"/>
                </a:solidFill>
                <a:latin typeface="Montserrat Medium"/>
              </a:rPr>
              <a:t>Appendix: connect your assigned runtime</a:t>
            </a:r>
          </a:p>
        </p:txBody>
      </p:sp>
      <p:sp>
        <p:nvSpPr>
          <p:cNvPr id="3" name="Text 3"/>
          <p:cNvSpPr txBox="1"/>
          <p:nvPr/>
        </p:nvSpPr>
        <p:spPr>
          <a:xfrm>
            <a:off x="698500" y="1485900"/>
            <a:ext cx="5461000" cy="762000"/>
          </a:xfrm>
        </p:spPr>
        <p:txBody>
          <a:bodyPr wrap="square" lIns="0" rIns="0" tIns="0" bIns="0" anchor="t"/>
          <a:lstStyle/>
          <a:p>
            <a:pPr>
              <a:buNone/>
              <a:lnSpc>
                <a:spcPct val="110000"/>
              </a:lnSpc>
              <a:spcAft>
                <a:spcPts val="600"/>
              </a:spcAft>
            </a:pPr>
            <a:r>
              <a:rPr lang="en-US" sz="2300" b="1">
                <a:solidFill>
                  <a:srgbClr val="003F63"/>
                </a:solidFill>
                <a:latin typeface="Arial"/>
              </a:rPr>
              <a:t>1  Open Terminal, then Add Runtime</a:t>
            </a:r>
          </a:p>
        </p:txBody>
      </p:sp>
      <p:sp>
        <p:nvSpPr>
          <p:cNvPr id="4" name="Text 4"/>
          <p:cNvSpPr txBox="1"/>
          <p:nvPr/>
        </p:nvSpPr>
        <p:spPr>
          <a:xfrm>
            <a:off x="698500" y="2247900"/>
            <a:ext cx="5461000" cy="571500"/>
          </a:xfrm>
        </p:spPr>
        <p:txBody>
          <a:bodyPr wrap="square" lIns="0" rIns="0" tIns="0" bIns="0" anchor="t"/>
          <a:lstStyle/>
          <a:p>
            <a:pPr>
              <a:buNone/>
              <a:lnSpc>
                <a:spcPct val="110000"/>
              </a:lnSpc>
              <a:spcAft>
                <a:spcPts val="600"/>
              </a:spcAft>
            </a:pPr>
            <a:r>
              <a:rPr lang="en-US" sz="1900" b="0">
                <a:solidFill>
                  <a:srgbClr val="30414C"/>
                </a:solidFill>
                <a:latin typeface="Arial"/>
              </a:rPr>
              <a:t>The Terminal toggle is at the bottom right.</a:t>
            </a:r>
          </a:p>
        </p:txBody>
      </p:sp>
      <p:pic>
        <p:nvPicPr>
          <p:cNvPr id="5" name="Imgs/runtime box.png" descr="Screenshot from project README; example names may differ from event assignments."/>
          <p:cNvPicPr>
            <a:picLocks noChangeAspect="1"/>
          </p:cNvPicPr>
          <p:nvPr/>
        </p:nvPicPr>
        <p:blipFill>
          <a:blip r:embed="rId2"/>
          <a:stretch>
            <a:fillRect/>
          </a:stretch>
        </p:blipFill>
        <p:spPr>
          <a:xfrm>
            <a:off x="698500" y="3076055"/>
            <a:ext cx="5461000" cy="1759991"/>
          </a:xfrm>
          <a:prstGeom prst="rect">
            <a:avLst/>
          </a:prstGeom>
        </p:spPr>
      </p:pic>
      <p:sp>
        <p:nvSpPr>
          <p:cNvPr id="6" name="Text 6"/>
          <p:cNvSpPr txBox="1"/>
          <p:nvPr/>
        </p:nvSpPr>
        <p:spPr>
          <a:xfrm>
            <a:off x="6731000" y="1485900"/>
            <a:ext cx="4826000" cy="762000"/>
          </a:xfrm>
        </p:spPr>
        <p:txBody>
          <a:bodyPr wrap="square" lIns="0" rIns="0" tIns="0" bIns="0" anchor="t"/>
          <a:lstStyle/>
          <a:p>
            <a:pPr>
              <a:buNone/>
              <a:lnSpc>
                <a:spcPct val="110000"/>
              </a:lnSpc>
              <a:spcAft>
                <a:spcPts val="600"/>
              </a:spcAft>
            </a:pPr>
            <a:r>
              <a:rPr lang="en-US" sz="2300" b="1">
                <a:solidFill>
                  <a:srgbClr val="003F63"/>
                </a:solidFill>
                <a:latin typeface="Arial"/>
              </a:rPr>
              <a:t>2  Enter the name supplied by a mentor</a:t>
            </a:r>
          </a:p>
        </p:txBody>
      </p:sp>
      <p:sp>
        <p:nvSpPr>
          <p:cNvPr id="7" name="Text 7"/>
          <p:cNvSpPr txBox="1"/>
          <p:nvPr/>
        </p:nvSpPr>
        <p:spPr>
          <a:xfrm>
            <a:off x="6731000" y="2247900"/>
            <a:ext cx="4826000" cy="571500"/>
          </a:xfrm>
        </p:spPr>
        <p:txBody>
          <a:bodyPr wrap="square" lIns="0" rIns="0" tIns="0" bIns="0" anchor="t"/>
          <a:lstStyle/>
          <a:p>
            <a:pPr>
              <a:buNone/>
              <a:lnSpc>
                <a:spcPct val="110000"/>
              </a:lnSpc>
              <a:spcAft>
                <a:spcPts val="600"/>
              </a:spcAft>
            </a:pPr>
            <a:r>
              <a:rPr lang="en-US" sz="1900" b="0">
                <a:solidFill>
                  <a:srgbClr val="30414C"/>
                </a:solidFill>
                <a:latin typeface="Arial"/>
              </a:rPr>
              <a:t>Use the pre-filled Runtime- prefix once.</a:t>
            </a:r>
          </a:p>
        </p:txBody>
      </p:sp>
      <p:pic>
        <p:nvPicPr>
          <p:cNvPr id="8" name="Imgs/runtime name.png" descr="Screenshot from project README; example names may differ from event assignments."/>
          <p:cNvPicPr>
            <a:picLocks noChangeAspect="1"/>
          </p:cNvPicPr>
          <p:nvPr/>
        </p:nvPicPr>
        <p:blipFill>
          <a:blip r:embed="rId3"/>
          <a:stretch>
            <a:fillRect/>
          </a:stretch>
        </p:blipFill>
        <p:spPr>
          <a:xfrm>
            <a:off x="6731000" y="3470243"/>
            <a:ext cx="4826000" cy="971613"/>
          </a:xfrm>
          <a:prstGeom prst="rect">
            <a:avLst/>
          </a:prstGeom>
        </p:spPr>
      </p:pic>
      <p:sp>
        <p:nvSpPr>
          <p:cNvPr id="9" name="Text 9"/>
          <p:cNvSpPr txBox="1"/>
          <p:nvPr/>
        </p:nvSpPr>
        <p:spPr>
          <a:xfrm>
            <a:off x="698500" y="5257800"/>
            <a:ext cx="10795000" cy="431800"/>
          </a:xfrm>
        </p:spPr>
        <p:txBody>
          <a:bodyPr wrap="square" lIns="0" rIns="0" tIns="0" bIns="0" anchor="t"/>
          <a:lstStyle/>
          <a:p>
            <a:pPr>
              <a:buNone/>
              <a:lnSpc>
                <a:spcPct val="110000"/>
              </a:lnSpc>
              <a:spcAft>
                <a:spcPts val="600"/>
              </a:spcAft>
            </a:pPr>
            <a:r>
              <a:rPr lang="en-US" sz="2300" b="1">
                <a:solidFill>
                  <a:srgbClr val="003F63"/>
                </a:solidFill>
                <a:latin typeface="Arial"/>
              </a:rPr>
              <a:t>3  Select the runtime and run your app</a:t>
            </a:r>
          </a:p>
        </p:txBody>
      </p:sp>
      <p:sp>
        <p:nvSpPr>
          <p:cNvPr id="10" name="Text 10"/>
          <p:cNvSpPr txBox="1"/>
          <p:nvPr/>
        </p:nvSpPr>
        <p:spPr>
          <a:xfrm>
            <a:off x="698500" y="5816600"/>
            <a:ext cx="10795000" cy="660400"/>
          </a:xfrm>
        </p:spPr>
        <p:txBody>
          <a:bodyPr wrap="square" lIns="0" rIns="0" tIns="0" bIns="0" anchor="t"/>
          <a:lstStyle/>
          <a:p>
            <a:pPr>
              <a:buNone/>
              <a:lnSpc>
                <a:spcPct val="110000"/>
              </a:lnSpc>
              <a:spcAft>
                <a:spcPts val="600"/>
              </a:spcAft>
            </a:pPr>
            <a:r>
              <a:rPr lang="en-US" sz="2000" b="0">
                <a:solidFill>
                  <a:srgbClr val="30414C"/>
                </a:solidFill>
                <a:latin typeface="Arial"/>
              </a:rPr>
              <a:t>Confirm the connection in Terminal, then inspect Dashboard values and logs.</a:t>
            </a:r>
          </a:p>
        </p:txBody>
      </p:sp>
    </p:spTree>
    <p:extLst>
      <p:ext uri="{BB962C8B-B14F-4D97-AF65-F5344CB8AC3E}">
        <p14:creationId xmlns:p14="http://schemas.microsoft.com/office/powerpoint/2010/main" val="2857815650"/>
      </p:ext>
    </p:extLst>
  </p:cSld>
  <p:clrMapOvr>
    <a:masterClrMapping/>
  </p:clrMapOvr>
</p:sld>
</file>

<file path=ppt/theme/theme1.xml><?xml version="1.0" encoding="utf-8"?>
<a:theme xmlns:a="http://schemas.openxmlformats.org/drawingml/2006/main" name="FSTI 2024">
  <a:themeElements>
    <a:clrScheme name="FSTI">
      <a:dk1>
        <a:srgbClr val="003F63"/>
      </a:dk1>
      <a:lt1>
        <a:srgbClr val="FFFFFF"/>
      </a:lt1>
      <a:dk2>
        <a:srgbClr val="000000"/>
      </a:dk2>
      <a:lt2>
        <a:srgbClr val="7D7D7D"/>
      </a:lt2>
      <a:accent1>
        <a:srgbClr val="99B2C1"/>
      </a:accent1>
      <a:accent2>
        <a:srgbClr val="CBCBCB"/>
      </a:accent2>
      <a:accent3>
        <a:srgbClr val="999999"/>
      </a:accent3>
      <a:accent4>
        <a:srgbClr val="6CC0D8"/>
      </a:accent4>
      <a:accent5>
        <a:srgbClr val="ED5025"/>
      </a:accent5>
      <a:accent6>
        <a:srgbClr val="55A856"/>
      </a:accent6>
      <a:hlink>
        <a:srgbClr val="0563C1"/>
      </a:hlink>
      <a:folHlink>
        <a:srgbClr val="954F72"/>
      </a:folHlink>
    </a:clrScheme>
    <a:fontScheme name="FSTI">
      <a:majorFont>
        <a:latin typeface="Montserrat Medium"/>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AEA54A360D3500438B391A390F645006" ma:contentTypeVersion="20" ma:contentTypeDescription="Ein neues Dokument erstellen." ma:contentTypeScope="" ma:versionID="49f80b49109cdaff4939066ba709cdca">
  <xsd:schema xmlns:xsd="http://www.w3.org/2001/XMLSchema" xmlns:xs="http://www.w3.org/2001/XMLSchema" xmlns:p="http://schemas.microsoft.com/office/2006/metadata/properties" xmlns:ns1="http://schemas.microsoft.com/sharepoint/v3" xmlns:ns2="5fbcf22b-8418-494c-b2af-d1a374be1144" xmlns:ns3="bdeb7b8f-4c7a-4680-94fe-77cbe8310f20" xmlns:ns4="8fd00c8e-15ef-4933-abb3-2147f4add389" targetNamespace="http://schemas.microsoft.com/office/2006/metadata/properties" ma:root="true" ma:fieldsID="1f7c7dad84dbfbe494a6000fe8ec046b" ns1:_="" ns2:_="" ns3:_="" ns4:_="">
    <xsd:import namespace="http://schemas.microsoft.com/sharepoint/v3"/>
    <xsd:import namespace="5fbcf22b-8418-494c-b2af-d1a374be1144"/>
    <xsd:import namespace="bdeb7b8f-4c7a-4680-94fe-77cbe8310f20"/>
    <xsd:import namespace="8fd00c8e-15ef-4933-abb3-2147f4add3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AutoKeyPoints" minOccurs="0"/>
                <xsd:element ref="ns2:MediaServiceKeyPoints" minOccurs="0"/>
                <xsd:element ref="ns2:zfaj" minOccurs="0"/>
                <xsd:element ref="ns4:TaxKeywordTaxHTField" minOccurs="0"/>
                <xsd:element ref="ns4:TaxCatchAll" minOccurs="0"/>
                <xsd:element ref="ns4:TaxCatchAllLabel" minOccurs="0"/>
                <xsd:element ref="ns1:DocumentSetDescription" minOccurs="0"/>
                <xsd:element ref="ns4:Projekt-Nr." minOccurs="0"/>
                <xsd:element ref="ns4:Weiteres_x0020_Telefon_x003a_Projekt-Nr." minOccurs="0"/>
                <xsd:element ref="ns2:MediaLengthInSeconds"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DocumentSetDescription" ma:index="26" nillable="true" ma:displayName="Beschreibung" ma:description="Eine Beschreibung der Dokumentenmappe" ma:internalName="DocumentSetDescription">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bcf22b-8418-494c-b2af-d1a374be11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zfaj" ma:index="21" nillable="true" ma:displayName="Person or Group" ma:list="UserInfo" ma:internalName="zfaj">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29" nillable="true" ma:displayName="Length (seconds)" ma:internalName="MediaLengthInSeconds" ma:readOnly="true">
      <xsd:simpleType>
        <xsd:restriction base="dms:Unknown"/>
      </xsd:simpleType>
    </xsd:element>
    <xsd:element name="lcf76f155ced4ddcb4097134ff3c332f" ma:index="31" nillable="true" ma:taxonomy="true" ma:internalName="lcf76f155ced4ddcb4097134ff3c332f" ma:taxonomyFieldName="MediaServiceImageTags" ma:displayName="Bildmarkierungen" ma:readOnly="false" ma:fieldId="{5cf76f15-5ced-4ddc-b409-7134ff3c332f}" ma:taxonomyMulti="true" ma:sspId="2b700ae8-47fc-41f6-82bf-596d14966ae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eb7b8f-4c7a-4680-94fe-77cbe8310f20"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d00c8e-15ef-4933-abb3-2147f4add389" elementFormDefault="qualified">
    <xsd:import namespace="http://schemas.microsoft.com/office/2006/documentManagement/types"/>
    <xsd:import namespace="http://schemas.microsoft.com/office/infopath/2007/PartnerControls"/>
    <xsd:element name="TaxKeywordTaxHTField" ma:index="22" nillable="true" ma:taxonomy="true" ma:internalName="TaxKeywordTaxHTField" ma:taxonomyFieldName="TaxKeyword" ma:displayName="Schlagwörter" ma:fieldId="{23f27201-bee3-471e-b2e7-b64fd8b7ca38}" ma:taxonomyMulti="true" ma:sspId="2b700ae8-47fc-41f6-82bf-596d14966ae6" ma:termSetId="00000000-0000-0000-0000-000000000000" ma:anchorId="00000000-0000-0000-0000-000000000000" ma:open="true" ma:isKeyword="true">
      <xsd:complexType>
        <xsd:sequence>
          <xsd:element ref="pc:Terms" minOccurs="0" maxOccurs="1"/>
        </xsd:sequence>
      </xsd:complexType>
    </xsd:element>
    <xsd:element name="TaxCatchAll" ma:index="23" nillable="true" ma:displayName="Taxonomy Catch All Column" ma:hidden="true" ma:list="{b3e9d46d-201e-42f2-b15e-493523bc0a57}" ma:internalName="TaxCatchAll" ma:showField="CatchAllData" ma:web="8fd00c8e-15ef-4933-abb3-2147f4add389">
      <xsd:complexType>
        <xsd:complexContent>
          <xsd:extension base="dms:MultiChoiceLookup">
            <xsd:sequence>
              <xsd:element name="Value" type="dms:Lookup" maxOccurs="unbounded" minOccurs="0" nillable="true"/>
            </xsd:sequence>
          </xsd:extension>
        </xsd:complexContent>
      </xsd:complexType>
    </xsd:element>
    <xsd:element name="TaxCatchAllLabel" ma:index="24" nillable="true" ma:displayName="Taxonomy Catch All Column1" ma:hidden="true" ma:list="{b3e9d46d-201e-42f2-b15e-493523bc0a57}" ma:internalName="TaxCatchAllLabel" ma:readOnly="true" ma:showField="CatchAllDataLabel" ma:web="8fd00c8e-15ef-4933-abb3-2147f4add389">
      <xsd:complexType>
        <xsd:complexContent>
          <xsd:extension base="dms:MultiChoiceLookup">
            <xsd:sequence>
              <xsd:element name="Value" type="dms:Lookup" maxOccurs="unbounded" minOccurs="0" nillable="true"/>
            </xsd:sequence>
          </xsd:extension>
        </xsd:complexContent>
      </xsd:complexType>
    </xsd:element>
    <xsd:element name="Projekt-Nr." ma:index="27" nillable="true" ma:displayName="Projekt" ma:list="{3b1159c7-bae6-4df5-b283-b937c700ffc4}" ma:internalName="Projekt_x002d_Nr_x002e_" ma:showField="Title" ma:web="8fd00c8e-15ef-4933-abb3-2147f4add389">
      <xsd:simpleType>
        <xsd:restriction base="dms:Lookup"/>
      </xsd:simpleType>
    </xsd:element>
    <xsd:element name="Weiteres_x0020_Telefon_x003a_Projekt-Nr." ma:index="28" nillable="true" ma:displayName="Weiteres Telefon:Projekt-Nr." ma:hidden="true" ma:list="{3b1159c7-bae6-4df5-b283-b937c700ffc4}" ma:internalName="Weiteres_x0020_Telefon_x003A_Projekt_x002d_Nr_x002e_" ma:readOnly="true" ma:showField="ID" ma:web="8fd00c8e-15ef-4933-abb3-2147f4add389">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fd00c8e-15ef-4933-abb3-2147f4add389" xsi:nil="true"/>
    <lcf76f155ced4ddcb4097134ff3c332f xmlns="5fbcf22b-8418-494c-b2af-d1a374be1144">
      <Terms xmlns="http://schemas.microsoft.com/office/infopath/2007/PartnerControls"/>
    </lcf76f155ced4ddcb4097134ff3c332f>
    <DocumentSetDescription xmlns="http://schemas.microsoft.com/sharepoint/v3" xsi:nil="true"/>
    <Projekt-Nr. xmlns="8fd00c8e-15ef-4933-abb3-2147f4add389">2469</Projekt-Nr.>
    <zfaj xmlns="5fbcf22b-8418-494c-b2af-d1a374be1144">
      <UserInfo>
        <DisplayName/>
        <AccountId xsi:nil="true"/>
        <AccountType/>
      </UserInfo>
    </zfaj>
    <TaxKeywordTaxHTField xmlns="8fd00c8e-15ef-4933-abb3-2147f4add389">
      <Terms xmlns="http://schemas.microsoft.com/office/infopath/2007/PartnerControls"/>
    </TaxKeywordTaxHTField>
  </documentManagement>
</p:properties>
</file>

<file path=customXml/itemProps1.xml><?xml version="1.0" encoding="utf-8"?>
<ds:datastoreItem xmlns:ds="http://schemas.openxmlformats.org/officeDocument/2006/customXml" ds:itemID="{CE8857BF-AF45-4D45-9976-CF6BF494049E}">
  <ds:schemaRefs>
    <ds:schemaRef ds:uri="http://schemas.microsoft.com/sharepoint/v3/contenttype/forms"/>
  </ds:schemaRefs>
</ds:datastoreItem>
</file>

<file path=customXml/itemProps2.xml><?xml version="1.0" encoding="utf-8"?>
<ds:datastoreItem xmlns:ds="http://schemas.openxmlformats.org/officeDocument/2006/customXml" ds:itemID="{B03221F3-A3EB-49F7-B1C2-498C63B60EB7}">
  <ds:schemaRefs>
    <ds:schemaRef ds:uri="5fbcf22b-8418-494c-b2af-d1a374be1144"/>
    <ds:schemaRef ds:uri="8fd00c8e-15ef-4933-abb3-2147f4add389"/>
    <ds:schemaRef ds:uri="bdeb7b8f-4c7a-4680-94fe-77cbe8310f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05A1CAE-0405-4910-98FE-5990882C137C}">
  <ds:schemaRefs>
    <ds:schemaRef ds:uri="http://www.w3.org/XML/1998/namespace"/>
    <ds:schemaRef ds:uri="http://schemas.microsoft.com/office/2006/documentManagement/types"/>
    <ds:schemaRef ds:uri="http://schemas.microsoft.com/office/2006/metadata/properties"/>
    <ds:schemaRef ds:uri="http://schemas.microsoft.com/sharepoint/v3"/>
    <ds:schemaRef ds:uri="http://schemas.microsoft.com/office/infopath/2007/PartnerControls"/>
    <ds:schemaRef ds:uri="http://schemas.openxmlformats.org/package/2006/metadata/core-properties"/>
    <ds:schemaRef ds:uri="http://purl.org/dc/terms/"/>
    <ds:schemaRef ds:uri="http://purl.org/dc/dcmitype/"/>
    <ds:schemaRef ds:uri="8fd00c8e-15ef-4933-abb3-2147f4add389"/>
    <ds:schemaRef ds:uri="bdeb7b8f-4c7a-4680-94fe-77cbe8310f20"/>
    <ds:schemaRef ds:uri="5fbcf22b-8418-494c-b2af-d1a374be1144"/>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601</Words>
  <Application>Microsoft Office PowerPoint</Application>
  <PresentationFormat>Breitbild</PresentationFormat>
  <Paragraphs>183</Paragraphs>
  <Slides>14</Slides>
  <Notes>14</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12</vt:i4>
      </vt:variant>
    </vt:vector>
  </HeadingPairs>
  <TitlesOfParts>
    <vt:vector size="20" baseType="lpstr">
      <vt:lpstr>Frutiger LT Com 75 Black</vt:lpstr>
      <vt:lpstr>Arial</vt:lpstr>
      <vt:lpstr>Calibri</vt:lpstr>
      <vt:lpstr>Consolas</vt:lpstr>
      <vt:lpstr>Montserrat Medium</vt:lpstr>
      <vt:lpstr>Tahoma</vt:lpstr>
      <vt:lpstr>Wingdings</vt:lpstr>
      <vt:lpstr>FSTI 2024</vt:lpstr>
      <vt:lpstr>PowerPoint-Präsentation</vt:lpstr>
      <vt:lpstr>The job extends beyond the vehicle</vt:lpstr>
      <vt:lpstr>BYOD in a commercial vehicle</vt:lpstr>
      <vt:lpstr>The Challenge</vt:lpstr>
      <vt:lpstr>Three starting points for your idea</vt:lpstr>
      <vt:lpstr>A complete device-to-vehicle loop</vt:lpstr>
      <vt:lpstr>Your technical starting point</vt:lpstr>
      <vt:lpstr>Building with digital.auto</vt:lpstr>
      <vt:lpstr>Beyond the reference camera</vt:lpstr>
      <vt:lpstr>What teams should bring back</vt:lpstr>
      <vt:lpstr>What makes a strong outcome</vt:lpstr>
      <vt:lpstr>What would you connect?</vt:lpstr>
    </vt:vector>
  </TitlesOfParts>
  <Company>BOSCH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tanja.wuerthner@ferdinand-steinbeis-institut.de</dc:creator>
  <cp:lastModifiedBy>Cheng, Chris - Ferdinand-Steinbeis-Institut</cp:lastModifiedBy>
  <cp:revision>73</cp:revision>
  <dcterms:created xsi:type="dcterms:W3CDTF">2020-05-04T12:23:22Z</dcterms:created>
  <dcterms:modified xsi:type="dcterms:W3CDTF">2026-09-14T20:03:44Z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0x010100AEA54A360D3500438B391A390F645006</vt:lpwstr>
  </property>
  <property fmtid="{D5CDD505-2E9C-101B-9397-08002B2CF9AE}" pid="3" name="MediaServiceImageTags">
    <vt:lpwstr/>
  </property>
  <property fmtid="{D5CDD505-2E9C-101B-9397-08002B2CF9AE}" pid="4" name="TaxKeyword">
    <vt:lpwstr>2083;#Präsi|5aef92af-3bcb-4926-9284-40cba9e2ba7f;#1011;#Vorlagen|f9fcd4e6-2314-4816-8f1c-4fcce3312d0d;#8385;#Folien Template|d2b00c83-3822-446f-b6bc-8f1bb7d242e7;#8386;#Vorstellung FSTI|9d828093-4d2d-490f-a14c-185053a59927;#8419;#ppt|90317652-2723-47fe-8de9-9ac7b1b993b1;#8420;#Intro|19b148ad-9e08-4ac6-bf15-1f4e29098e65</vt:lpwstr>
  </property>
</Properties>
</file>